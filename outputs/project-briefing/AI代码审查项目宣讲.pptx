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ebaca181447ba" /><Relationship Type="http://schemas.openxmlformats.org/officeDocument/2006/relationships/extended-properties" Target="/docProps/app.xml" Id="Rff517af96bc54d68" /><Relationship Type="http://schemas.openxmlformats.org/officeDocument/2006/relationships/officeDocument" Target="/ppt/presentation.xml" Id="R254121c92afd4d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4355285bcb4fd9"/>
  </p:sldMasterIdLst>
  <p:notesMasterIdLst>
    <p:notesMasterId xmlns:r="http://schemas.openxmlformats.org/officeDocument/2006/relationships" r:id="Rc843bc6d72f9459f"/>
  </p:notesMasterIdLst>
  <p:sldIdLst>
    <p:sldId xmlns:r="http://schemas.openxmlformats.org/officeDocument/2006/relationships" id="256" r:id="Rc4c9d68bedda4156"/>
    <p:sldId xmlns:r="http://schemas.openxmlformats.org/officeDocument/2006/relationships" id="257" r:id="R4a5ccf8afc9741dc"/>
    <p:sldId xmlns:r="http://schemas.openxmlformats.org/officeDocument/2006/relationships" id="258" r:id="R9db4041f9a4c4e19"/>
    <p:sldId xmlns:r="http://schemas.openxmlformats.org/officeDocument/2006/relationships" id="259" r:id="Rcf33f63907ce42bd"/>
    <p:sldId xmlns:r="http://schemas.openxmlformats.org/officeDocument/2006/relationships" id="260" r:id="R348fbba879b54351"/>
    <p:sldId xmlns:r="http://schemas.openxmlformats.org/officeDocument/2006/relationships" id="261" r:id="R874ad452dc6b4c52"/>
    <p:sldId xmlns:r="http://schemas.openxmlformats.org/officeDocument/2006/relationships" id="262" r:id="R9ac76771d6474b93"/>
    <p:sldId xmlns:r="http://schemas.openxmlformats.org/officeDocument/2006/relationships" id="263" r:id="Rb3ba1af6c2ea4b96"/>
    <p:sldId xmlns:r="http://schemas.openxmlformats.org/officeDocument/2006/relationships" id="264" r:id="R20caf394f1a346c6"/>
    <p:sldId xmlns:r="http://schemas.openxmlformats.org/officeDocument/2006/relationships" id="265" r:id="Rc64257d271bb4b25"/>
    <p:sldId xmlns:r="http://schemas.openxmlformats.org/officeDocument/2006/relationships" id="266" r:id="Rd103234e8db94182"/>
    <p:sldId xmlns:r="http://schemas.openxmlformats.org/officeDocument/2006/relationships" id="267" r:id="Reea0f8396691447b"/>
    <p:sldId xmlns:r="http://schemas.openxmlformats.org/officeDocument/2006/relationships" id="268" r:id="Rd6afa10be2d44346"/>
    <p:sldId xmlns:r="http://schemas.openxmlformats.org/officeDocument/2006/relationships" id="269" r:id="Rdac6f7437523455a"/>
    <p:sldId xmlns:r="http://schemas.openxmlformats.org/officeDocument/2006/relationships" id="270" r:id="Rd6f9ed2482c24040"/>
    <p:sldId xmlns:r="http://schemas.openxmlformats.org/officeDocument/2006/relationships" id="271" r:id="R8d0b02df6b54466c"/>
    <p:sldId xmlns:r="http://schemas.openxmlformats.org/officeDocument/2006/relationships" id="272" r:id="R1925d5d6693a4ad1"/>
    <p:sldId xmlns:r="http://schemas.openxmlformats.org/officeDocument/2006/relationships" id="273" r:id="R151bd891a42345a2"/>
    <p:sldId xmlns:r="http://schemas.openxmlformats.org/officeDocument/2006/relationships" id="274" r:id="R623bb3842fff48cb"/>
    <p:sldId xmlns:r="http://schemas.openxmlformats.org/officeDocument/2006/relationships" id="275" r:id="R47e657d615c14ca9"/>
    <p:sldId xmlns:r="http://schemas.openxmlformats.org/officeDocument/2006/relationships" id="276" r:id="Re5036077c15041a4"/>
    <p:sldId xmlns:r="http://schemas.openxmlformats.org/officeDocument/2006/relationships" id="277" r:id="Red504e4512644579"/>
    <p:sldId xmlns:r="http://schemas.openxmlformats.org/officeDocument/2006/relationships" id="278" r:id="R6ca91870c30840ea"/>
    <p:sldId xmlns:r="http://schemas.openxmlformats.org/officeDocument/2006/relationships" id="279" r:id="R8cd5f9a9a3cb48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a46f6e092d4a48" /><Relationship Type="http://schemas.openxmlformats.org/officeDocument/2006/relationships/slideMaster" Target="/ppt/slideMasters/slideMaster1.xml" Id="R4a4355285bcb4fd9" /><Relationship Type="http://schemas.openxmlformats.org/officeDocument/2006/relationships/notesMaster" Target="/ppt/notesMasters/notesMaster1.xml" Id="Rc843bc6d72f9459f" /><Relationship Type="http://schemas.openxmlformats.org/officeDocument/2006/relationships/presProps" Target="/ppt/presProps.xml" Id="Rac51ec29cea240fa" /><Relationship Type="http://schemas.openxmlformats.org/officeDocument/2006/relationships/tableStyles" Target="/ppt/tableStyles.xml" Id="R71469471fd7a4e8e" /><Relationship Type="http://schemas.openxmlformats.org/officeDocument/2006/relationships/slide" Target="/ppt/slides/slide1.xml" Id="Rc4c9d68bedda4156" /><Relationship Type="http://schemas.openxmlformats.org/officeDocument/2006/relationships/slide" Target="/ppt/slides/slide2.xml" Id="R4a5ccf8afc9741dc" /><Relationship Type="http://schemas.openxmlformats.org/officeDocument/2006/relationships/slide" Target="/ppt/slides/slide3.xml" Id="R9db4041f9a4c4e19" /><Relationship Type="http://schemas.openxmlformats.org/officeDocument/2006/relationships/slide" Target="/ppt/slides/slide4.xml" Id="Rcf33f63907ce42bd" /><Relationship Type="http://schemas.openxmlformats.org/officeDocument/2006/relationships/slide" Target="/ppt/slides/slide5.xml" Id="R348fbba879b54351" /><Relationship Type="http://schemas.openxmlformats.org/officeDocument/2006/relationships/slide" Target="/ppt/slides/slide6.xml" Id="R874ad452dc6b4c52" /><Relationship Type="http://schemas.openxmlformats.org/officeDocument/2006/relationships/slide" Target="/ppt/slides/slide7.xml" Id="R9ac76771d6474b93" /><Relationship Type="http://schemas.openxmlformats.org/officeDocument/2006/relationships/slide" Target="/ppt/slides/slide8.xml" Id="Rb3ba1af6c2ea4b96" /><Relationship Type="http://schemas.openxmlformats.org/officeDocument/2006/relationships/slide" Target="/ppt/slides/slide9.xml" Id="R20caf394f1a346c6" /><Relationship Type="http://schemas.openxmlformats.org/officeDocument/2006/relationships/slide" Target="/ppt/slides/slide10.xml" Id="Rc64257d271bb4b25" /><Relationship Type="http://schemas.openxmlformats.org/officeDocument/2006/relationships/slide" Target="/ppt/slides/slide11.xml" Id="Rd103234e8db94182" /><Relationship Type="http://schemas.openxmlformats.org/officeDocument/2006/relationships/slide" Target="/ppt/slides/slide12.xml" Id="Reea0f8396691447b" /><Relationship Type="http://schemas.openxmlformats.org/officeDocument/2006/relationships/slide" Target="/ppt/slides/slide13.xml" Id="Rd6afa10be2d44346" /><Relationship Type="http://schemas.openxmlformats.org/officeDocument/2006/relationships/slide" Target="/ppt/slides/slide14.xml" Id="Rdac6f7437523455a" /><Relationship Type="http://schemas.openxmlformats.org/officeDocument/2006/relationships/slide" Target="/ppt/slides/slide15.xml" Id="Rd6f9ed2482c24040" /><Relationship Type="http://schemas.openxmlformats.org/officeDocument/2006/relationships/slide" Target="/ppt/slides/slide16.xml" Id="R8d0b02df6b54466c" /><Relationship Type="http://schemas.openxmlformats.org/officeDocument/2006/relationships/slide" Target="/ppt/slides/slide17.xml" Id="R1925d5d6693a4ad1" /><Relationship Type="http://schemas.openxmlformats.org/officeDocument/2006/relationships/slide" Target="/ppt/slides/slide18.xml" Id="R151bd891a42345a2" /><Relationship Type="http://schemas.openxmlformats.org/officeDocument/2006/relationships/slide" Target="/ppt/slides/slide19.xml" Id="R623bb3842fff48cb" /><Relationship Type="http://schemas.openxmlformats.org/officeDocument/2006/relationships/slide" Target="/ppt/slides/slide20.xml" Id="R47e657d615c14ca9" /><Relationship Type="http://schemas.openxmlformats.org/officeDocument/2006/relationships/slide" Target="/ppt/slides/slide21.xml" Id="Re5036077c15041a4" /><Relationship Type="http://schemas.openxmlformats.org/officeDocument/2006/relationships/slide" Target="/ppt/slides/slide22.xml" Id="Red504e4512644579" /><Relationship Type="http://schemas.openxmlformats.org/officeDocument/2006/relationships/slide" Target="/ppt/slides/slide23.xml" Id="R6ca91870c30840ea" /><Relationship Type="http://schemas.openxmlformats.org/officeDocument/2006/relationships/slide" Target="/ppt/slides/slide24.xml" Id="R8cd5f9a9a3cb48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ba722ab3ef47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66c21886fc400c" /><Relationship Type="http://schemas.openxmlformats.org/officeDocument/2006/relationships/notesMaster" Target="/ppt/notesMasters/notesMaster1.xml" Id="R9029800e8c844c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fd6073d45746e8" /><Relationship Type="http://schemas.openxmlformats.org/officeDocument/2006/relationships/notesMaster" Target="/ppt/notesMasters/notesMaster1.xml" Id="Rf244ea5c0aad49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a44251de7b4279" /><Relationship Type="http://schemas.openxmlformats.org/officeDocument/2006/relationships/notesMaster" Target="/ppt/notesMasters/notesMaster1.xml" Id="Rde1159bf903546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a69ec6402045cd" /><Relationship Type="http://schemas.openxmlformats.org/officeDocument/2006/relationships/notesMaster" Target="/ppt/notesMasters/notesMaster1.xml" Id="R36c03ac0270040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c86d42433c4b48" /><Relationship Type="http://schemas.openxmlformats.org/officeDocument/2006/relationships/notesMaster" Target="/ppt/notesMasters/notesMaster1.xml" Id="Rc30e4cd4356640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73a87f61d24e03" /><Relationship Type="http://schemas.openxmlformats.org/officeDocument/2006/relationships/notesMaster" Target="/ppt/notesMasters/notesMaster1.xml" Id="Rbe047ab646fd4c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1bfb8ca2204d0b" /><Relationship Type="http://schemas.openxmlformats.org/officeDocument/2006/relationships/notesMaster" Target="/ppt/notesMasters/notesMaster1.xml" Id="R41ade4e75cd443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c798fcf2de4c55" /><Relationship Type="http://schemas.openxmlformats.org/officeDocument/2006/relationships/notesMaster" Target="/ppt/notesMasters/notesMaster1.xml" Id="R1930a8a6c89e46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167ff0ac584639" /><Relationship Type="http://schemas.openxmlformats.org/officeDocument/2006/relationships/notesMaster" Target="/ppt/notesMasters/notesMaster1.xml" Id="Rf26b9d987a5247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c9218320ff4106" /><Relationship Type="http://schemas.openxmlformats.org/officeDocument/2006/relationships/notesMaster" Target="/ppt/notesMasters/notesMaster1.xml" Id="R7ed795c22b8241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6a9c4f81e4113" /><Relationship Type="http://schemas.openxmlformats.org/officeDocument/2006/relationships/notesMaster" Target="/ppt/notesMasters/notesMaster1.xml" Id="Rbe570cb7bc0d4b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16d81c0d564af5" /><Relationship Type="http://schemas.openxmlformats.org/officeDocument/2006/relationships/notesMaster" Target="/ppt/notesMasters/notesMaster1.xml" Id="Rb3b20be95ca440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8cf1da27ed490b" /><Relationship Type="http://schemas.openxmlformats.org/officeDocument/2006/relationships/notesMaster" Target="/ppt/notesMasters/notesMaster1.xml" Id="R9d79864db06441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bae197e381435a" /><Relationship Type="http://schemas.openxmlformats.org/officeDocument/2006/relationships/notesMaster" Target="/ppt/notesMasters/notesMaster1.xml" Id="Rfcde2c21209d46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742f9950384e23" /><Relationship Type="http://schemas.openxmlformats.org/officeDocument/2006/relationships/notesMaster" Target="/ppt/notesMasters/notesMaster1.xml" Id="R133ccd68dda74b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8909d2db0b4222" /><Relationship Type="http://schemas.openxmlformats.org/officeDocument/2006/relationships/notesMaster" Target="/ppt/notesMasters/notesMaster1.xml" Id="Rfb2419b4cf0b47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9236caaca04375" /><Relationship Type="http://schemas.openxmlformats.org/officeDocument/2006/relationships/notesMaster" Target="/ppt/notesMasters/notesMaster1.xml" Id="R995e4eb276f8414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e9c917bd2348ec" /><Relationship Type="http://schemas.openxmlformats.org/officeDocument/2006/relationships/notesMaster" Target="/ppt/notesMasters/notesMaster1.xml" Id="Rfb4c8cf859d543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e1a799c55b942a5" /><Relationship Type="http://schemas.openxmlformats.org/officeDocument/2006/relationships/notesMaster" Target="/ppt/notesMasters/notesMaster1.xml" Id="Rede6a9bac54a40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8b02b4b4fc4a09" /><Relationship Type="http://schemas.openxmlformats.org/officeDocument/2006/relationships/notesMaster" Target="/ppt/notesMasters/notesMaster1.xml" Id="R746b708bdd174e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4b3e305951439f" /><Relationship Type="http://schemas.openxmlformats.org/officeDocument/2006/relationships/notesMaster" Target="/ppt/notesMasters/notesMaster1.xml" Id="R635abb20f37746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97e745d6f35493d" /><Relationship Type="http://schemas.openxmlformats.org/officeDocument/2006/relationships/notesMaster" Target="/ppt/notesMasters/notesMaster1.xml" Id="R6c707037445c496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f9f43d4b9a4be0" /><Relationship Type="http://schemas.openxmlformats.org/officeDocument/2006/relationships/notesMaster" Target="/ppt/notesMasters/notesMaster1.xml" Id="R7c3a1f36b23e47d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60c6d7abd249e4" /><Relationship Type="http://schemas.openxmlformats.org/officeDocument/2006/relationships/notesMaster" Target="/ppt/notesMasters/notesMaster1.xml" Id="Rc725853d603f4f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今天讲完整的 AI 代码审查项目，包括平台接入、知识理解、专业角色、工程校验、报告和验收。GVS 与 infer 用作业务背景，不展开算法实现。当前依据本地实现，价值和质量指标仍需试点验证。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go.mod</a:t>
            </a:r>
          </a:p>
          <a:p xmlns:a="http://schemas.openxmlformats.org/drawingml/2006/main">
            <a:r>
              <a:t>GO_AI_PR_Review.md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这是项目目标，不是已证实的效率提升。审查发生在变更层面，帮助团队共同讨论问题。人工审查、编译和测试仍需要保留。先讲使用价值，再讲实现和限制。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internal/agent/agent.go</a:t>
            </a:r>
          </a:p>
          <a:p xmlns:a="http://schemas.openxmlformats.org/drawingml/2006/main">
            <a:r>
              <a:t>internal/notifier/notifier.go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这页明确事实和承诺边界。多角色和模型确认并不保证无漏报。全仓扫描和自动修复都没有实现，不能当作本次上线内容。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cmd/agent/main.go</a:t>
            </a:r>
          </a:p>
          <a:p xmlns:a="http://schemas.openxmlformats.org/drawingml/2006/main">
            <a:r>
              <a:t>internal/agent/factory.go</a:t>
            </a:r>
          </a:p>
          <a:p xmlns:a="http://schemas.openxmlformats.org/drawingml/2006/main">
            <a:r>
              <a:t>internal/review/service.go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GVS 与 infer 是被审查仓库，不会链接到审查二进制。审查服务不需要 GPU 或厂商 SDK。两端协议漂移需要领域背景，正是知识文档的用途。此处只介绍关系。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go.mod</a:t>
            </a:r>
          </a:p>
          <a:p xmlns:a="http://schemas.openxmlformats.org/drawingml/2006/main">
            <a:r>
              <a:t>docs/gvs-code-understanding.md</a:t>
            </a:r>
          </a:p>
          <a:p xmlns:a="http://schemas.openxmlformats.org/drawingml/2006/main">
            <a:r>
              <a:t>docs/gvs-infer-code-understanding.md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轮询不是 webhook。常驻启动会立即执行一轮，忙时跳过新的触发。时间窗口在 RunOnce 检查。本地 patch 不访问 GitHub，但开启理解仍会访问 Codeup 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cmd/agent/main.go</a:t>
            </a:r>
          </a:p>
          <a:p xmlns:a="http://schemas.openxmlformats.org/drawingml/2006/main">
            <a:r>
              <a:t>internal/review/service.go</a:t>
            </a:r>
          </a:p>
          <a:p xmlns:a="http://schemas.openxmlformats.org/drawingml/2006/main">
            <a:r>
              <a:t>internal/scheduler/scheduler.go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全局理解、专业审查和确定性校验是不同层。模型负责分析语义，工程代码约束范围和协议。最终确认随理解开关装配，关闭时兼容旧流程。每一步都有失效边界。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internal/review/service.go:302</a:t>
            </a:r>
          </a:p>
          <a:p xmlns:a="http://schemas.openxmlformats.org/drawingml/2006/main">
            <a:r>
              <a:t>internal/coordinator/coordinator.go:83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知识更新不是每轮必调用模型。初始化没有自动获取全仓源码，不能称为已经完成全量理解。专业角色收到 ChangeContext 摘要，未直接拿到整份知识。同步失败非 strict 时使用空上下文，旧知识兜底是待改进项。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internal/understanding/manager.go:56</a:t>
            </a:r>
          </a:p>
          <a:p xmlns:a="http://schemas.openxmlformats.org/drawingml/2006/main">
            <a:r>
              <a:t>internal/analyzer/change.go</a:t>
            </a:r>
          </a:p>
          <a:p xmlns:a="http://schemas.openxmlformats.org/drawingml/2006/main">
            <a:r>
              <a:t>internal/review/service.go:345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 个角色使用共享实现，区别在提示词和规则，不是 8 个独立训练模型。不存在单独的并发、资源、数据流角色。理解、分析与确认是额外调用职责，不要混淆角色数量和调用次数。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internal/agent/factory.go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本地复现 src/models/yolov5_model.cpp 与 test_model 的测试文件只获得全局角色，没有算法、性能、测试角色。启用不等于参与。打包按文件数拆分，不是语义调用链完整性证明。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internal/packager/packager.go</a:t>
            </a:r>
          </a:p>
          <a:p xmlns:a="http://schemas.openxmlformats.org/drawingml/2006/main">
            <a:r>
              <a:t>internal/coordinator/coordinator.go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至少一个引用出现在所有 diff 中就通过启发式，不能保证引用和问题文件对应。确认白名单只限制文件加行号，没有候选身份。不能把这一层叫零误报保障。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internal/locator/locator.go</a:t>
            </a:r>
          </a:p>
          <a:p xmlns:a="http://schemas.openxmlformats.org/drawingml/2006/main">
            <a:r>
              <a:t>internal/reflector/reflector.go</a:t>
            </a:r>
          </a:p>
          <a:p xmlns:a="http://schemas.openxmlformats.org/drawingml/2006/main">
            <a:r>
              <a:t>internal/coordinator/confirmer.go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现有代码拦截部分失败，但部分角色失败不强制阻断。成功角色统计仍把失败角色计入，是已知问题。文件数量全覆盖不能证明文本完整，因为仍有字节预算截断。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internal/review/service.go:306</a:t>
            </a:r>
          </a:p>
          <a:p xmlns:a="http://schemas.openxmlformats.org/drawingml/2006/main">
            <a:r>
              <a:t>internal/coordinator/coordinator.go:173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案例是 testdata/sample.patch 与本地 Mock 的预设响应。不能作为真实模型准确率数据，归一化缺陷是否成立仍取决于模型契约。这套 Mock 没有开启理解分析和确认，完整闭环要看相应单元测试或隔离的真实试点。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testdata/sample.patch</a:t>
            </a:r>
          </a:p>
          <a:p xmlns:a="http://schemas.openxmlformats.org/drawingml/2006/main">
            <a:r>
              <a:t>tools/mockllm/main.go</a:t>
            </a:r>
          </a:p>
          <a:p xmlns:a="http://schemas.openxmlformats.org/drawingml/2006/main">
            <a:r>
              <a:t>configs/config.mock.yaml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演示终端报告会附在交付目录。Mock 中的虚构文件 weights/model_config.json 应由定位器丢弃。报告名为确认的问题不代表 Mock 执行了确认。可对照预设结果和运行日志查过滤，不能把候选数当真实缺陷数。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internal/notifier/notifier.go</a:t>
            </a:r>
          </a:p>
          <a:p xmlns:a="http://schemas.openxmlformats.org/drawingml/2006/main">
            <a:r>
              <a:t>tools/mockllm/main.go</a:t>
            </a:r>
          </a:p>
          <a:p xmlns:a="http://schemas.openxmlformats.org/drawingml/2006/main">
            <a:r>
              <a:t>configs/config.mock.yaml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系统不会替研发自动改代码。遇到错误评论，记录复现条件、模型输出和源码版本，让提示词或规则改进有依据。当前没有自动反馈学习实现，团队反馈需要人工维护。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internal/prompt/engine.go</a:t>
            </a:r>
          </a:p>
          <a:p xmlns:a="http://schemas.openxmlformats.org/drawingml/2006/main">
            <a:r>
              <a:t>GO_AI_PR_Review.md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流程用 Mock 或 httptest，质量用固定版本真实样本和人工标注。Recall 需要完整已知缺陷集。现有 go test 通过，但临时 probe 仍复现状态写失败和专项覆盖缺口，所以回归集还要补齐。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internal/review/service_test.go</a:t>
            </a:r>
          </a:p>
          <a:p xmlns:a="http://schemas.openxmlformats.org/drawingml/2006/main">
            <a:r>
              <a:t>internal/coordinator/confirmer_test.go</a:t>
            </a:r>
          </a:p>
          <a:p xmlns:a="http://schemas.openxmlformats.org/drawingml/2006/main">
            <a:r>
              <a:t>internal/state/state_test.go</a:t>
            </a:r>
          </a:p>
          <a:p xmlns:a="http://schemas.openxmlformats.org/drawingml/2006/main">
            <a:r>
              <a:t>GO_AI_PR_Review.md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dry-run 的语义只是不发评论。Codeup 成功后仍推进基线，转正式发布时复用同一基线可能跳过该 SHA。同步知识可能写文档。多实例缺少跨进程锁，不保证无重复评论。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internal/state/state.go</a:t>
            </a:r>
          </a:p>
          <a:p xmlns:a="http://schemas.openxmlformats.org/drawingml/2006/main">
            <a:r>
              <a:t>internal/review/service.go:545</a:t>
            </a:r>
          </a:p>
          <a:p xmlns:a="http://schemas.openxmlformats.org/drawingml/2006/main">
            <a:r>
              <a:t>internal/review/service.go:645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容器隔离不等于数据不离开自有环境。凭据已从环境文档迁出，但本机文件仍是明文，轮换由负责人处理。供应商政策、访问权限和合规不在本轮线上验证范围内。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docker-compose.yml</a:t>
            </a:r>
          </a:p>
          <a:p xmlns:a="http://schemas.openxmlformats.org/drawingml/2006/main">
            <a:r>
              <a:t>cmd/agent/main.go</a:t>
            </a:r>
          </a:p>
          <a:p xmlns:a="http://schemas.openxmlformats.org/drawingml/2006/main">
            <a:r>
              <a:t>internal/llm/client.go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目前没有受控实验支撑中文节省30%或每PR固定费用。主配置三个模型档位相同，不能当自动低价模型切换。要把供应商用量和账单分开核对，并记录人工核验成本。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internal/llm/client.go</a:t>
            </a:r>
          </a:p>
          <a:p xmlns:a="http://schemas.openxmlformats.org/drawingml/2006/main">
            <a:r>
              <a:t>internal/agent/agent.go</a:t>
            </a:r>
          </a:p>
          <a:p xmlns:a="http://schemas.openxmlformats.org/drawingml/2006/main">
            <a:r>
              <a:t>GO_AI_PR_Review.md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前两项已经本地复现，后两项来自源码检查。现有生产代码没有修复，文档记录了触发和影响。另有成功数统计、候选身份、C++建议校验、部署持久化等后续项，见附录。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internal/state/state.go:65</a:t>
            </a:r>
          </a:p>
          <a:p xmlns:a="http://schemas.openxmlformats.org/drawingml/2006/main">
            <a:r>
              <a:t>internal/packager/packager.go</a:t>
            </a:r>
          </a:p>
          <a:p xmlns:a="http://schemas.openxmlformats.org/drawingml/2006/main">
            <a:r>
              <a:t>internal/review/service.go</a:t>
            </a:r>
          </a:p>
          <a:p xmlns:a="http://schemas.openxmlformats.org/drawingml/2006/main">
            <a:r>
              <a:t>internal/coordinator/confirmer.go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没有虚构试点周数、准确率目标或节约百分比。负责人需要决定谁标注、谁复核、预算多少、哪些失败必须阻断。自动合并门禁需要另外设计，本项目当前不承担这一承诺。主讲至此，后四页为问答附录。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GO_AI_PR_Review.md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演示命令和双终端步骤在配套讲稿。-once 可能记录失败后仍退出0，不能作为CI成功的唯一依据。本地patch的全局理解若开启仍有外部访问。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cmd/agent/main.go</a:t>
            </a:r>
          </a:p>
          <a:p xmlns:a="http://schemas.openxmlformats.org/drawingml/2006/main">
            <a:r>
              <a:t>configs/config.mock.yaml</a:t>
            </a:r>
          </a:p>
          <a:p xmlns:a="http://schemas.openxmlformats.org/drawingml/2006/main">
            <a:r>
              <a:t>configs/config-codeup.yaml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通过现有测试不能说明统计符合产品含义。这里强调可以解释的分母：包、作业、角色、文件、文本范围以及候选。统计修正是后续代码任务，本轮没有修改实现。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internal/coordinator/coordinator.go:173</a:t>
            </a:r>
          </a:p>
          <a:p xmlns:a="http://schemas.openxmlformats.org/drawingml/2006/main">
            <a:r>
              <a:t>internal/review/service.go:410</a:t>
            </a:r>
          </a:p>
          <a:p xmlns:a="http://schemas.openxmlformats.org/drawingml/2006/main">
            <a:r>
              <a:t>internal/coordinator/confirmer.go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文档曾写9979主桥接链路，但标注版本源码使用gRPC。qatool在同一GVS快照仍默认9979，需要独立核对。字段新增不必然断连，可能造成业务语义损失。两端SHA未更新，本轮没有远端最新版本核验。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docs/gvs-code-understanding.md</a:t>
            </a:r>
          </a:p>
          <a:p xmlns:a="http://schemas.openxmlformats.org/drawingml/2006/main">
            <a:r>
              <a:t>docs/gvs-infer-code-understanding.md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若有人问专利或竞争优势，回答本轮没有检索或法律结论，不能用代码架构差异直接宣称专利性。若问准确率和节约成本，要求人工标注和受控对照数据。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依据（本地版本 ca57fa55，知识来源 SHA 见对应文档）：</a:t>
            </a:r>
          </a:p>
          <a:p xmlns:a="http://schemas.openxmlformats.org/drawingml/2006/main">
            <a:r>
              <a:t>GO_AI_PR_Review.md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75d35b82340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1e15f1cea40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80acc88af41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b53f4b5e849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241ecb2ac46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933bfa9f740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06B481-3322-47E8-9797-D5BE796EF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72326F-6AFD-4090-8A3F-9D0B1444AC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D65E94-36F9-43EB-93E8-51220D0632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85D068-B315-4F4E-B125-8E4099C6B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2750EB-D3FD-49AC-950D-A63EA2978F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1F2A9F-FC2C-4201-8EC4-8045269C9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F7A125-DBA8-4E88-B89D-C09DC34566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6D5E84-4E32-4666-BA95-EE41182084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8B002D-2A9D-4833-84DE-8BE1CB11F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C618D6-D7BD-4D3D-AF8C-90869D7F3D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769b9cd6114bae" /><Relationship Type="http://schemas.openxmlformats.org/officeDocument/2006/relationships/slideLayout" Target="/ppt/slideLayouts/slideLayout1.xml" Id="R0e4bca93648946bc" /><Relationship Type="http://schemas.openxmlformats.org/officeDocument/2006/relationships/slideLayout" Target="/ppt/slideLayouts/slideLayout2.xml" Id="R04927e15edc54ad0" /><Relationship Type="http://schemas.openxmlformats.org/officeDocument/2006/relationships/slideLayout" Target="/ppt/slideLayouts/slideLayout3.xml" Id="R97549adc42164021" /><Relationship Type="http://schemas.openxmlformats.org/officeDocument/2006/relationships/slideLayout" Target="/ppt/slideLayouts/slideLayout4.xml" Id="Rcb19748e018b48ac" /><Relationship Type="http://schemas.openxmlformats.org/officeDocument/2006/relationships/slideLayout" Target="/ppt/slideLayouts/slideLayout5.xml" Id="R0182072a58524038" /><Relationship Type="http://schemas.openxmlformats.org/officeDocument/2006/relationships/slideLayout" Target="/ppt/slideLayouts/slideLayout6.xml" Id="Rc05f9e44e8d948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bca93648946bc"/>
    <p:sldLayoutId xmlns:r="http://schemas.openxmlformats.org/officeDocument/2006/relationships" id="2147483650" r:id="R04927e15edc54ad0"/>
    <p:sldLayoutId xmlns:r="http://schemas.openxmlformats.org/officeDocument/2006/relationships" id="2147483651" r:id="R97549adc42164021"/>
    <p:sldLayoutId xmlns:r="http://schemas.openxmlformats.org/officeDocument/2006/relationships" id="2147483652" r:id="Rcb19748e018b48ac"/>
    <p:sldLayoutId xmlns:r="http://schemas.openxmlformats.org/officeDocument/2006/relationships" id="2147483653" r:id="R0182072a58524038"/>
    <p:sldLayoutId xmlns:r="http://schemas.openxmlformats.org/officeDocument/2006/relationships" id="2147483654" r:id="Rc05f9e44e8d948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14dbc3abd4205" /><Relationship Type="http://schemas.openxmlformats.org/officeDocument/2006/relationships/notesSlide" Target="/ppt/notesSlides/notesSlide1.xml" Id="Redb5cc33aae643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a6137d74a4296" /><Relationship Type="http://schemas.openxmlformats.org/officeDocument/2006/relationships/notesSlide" Target="/ppt/notesSlides/notesSlide2.xml" Id="Rcf8e7b698e6644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d1d041ff147d0" /><Relationship Type="http://schemas.openxmlformats.org/officeDocument/2006/relationships/notesSlide" Target="/ppt/notesSlides/notesSlide3.xml" Id="R292447d6876b40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3e7c360c44bbf" /><Relationship Type="http://schemas.openxmlformats.org/officeDocument/2006/relationships/notesSlide" Target="/ppt/notesSlides/notesSlide4.xml" Id="Rfc64403db99e4e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700986ba64771" /><Relationship Type="http://schemas.openxmlformats.org/officeDocument/2006/relationships/notesSlide" Target="/ppt/notesSlides/notesSlide5.xml" Id="Rce418193a0f34d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e516d576947c4" /><Relationship Type="http://schemas.openxmlformats.org/officeDocument/2006/relationships/notesSlide" Target="/ppt/notesSlides/notesSlide6.xml" Id="Rc521a54c244140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48eecaca349e4" /><Relationship Type="http://schemas.openxmlformats.org/officeDocument/2006/relationships/notesSlide" Target="/ppt/notesSlides/notesSlide7.xml" Id="R20c113082d1744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44166889f477d" /><Relationship Type="http://schemas.openxmlformats.org/officeDocument/2006/relationships/notesSlide" Target="/ppt/notesSlides/notesSlide8.xml" Id="R23962ea47d3147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da1f138f44751" /><Relationship Type="http://schemas.openxmlformats.org/officeDocument/2006/relationships/notesSlide" Target="/ppt/notesSlides/notesSlide9.xml" Id="R0ebd2e48034a48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6e6824bf64951" /><Relationship Type="http://schemas.openxmlformats.org/officeDocument/2006/relationships/notesSlide" Target="/ppt/notesSlides/notesSlide10.xml" Id="Rae7a5c4166b147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ba8cc11124ee4" /><Relationship Type="http://schemas.openxmlformats.org/officeDocument/2006/relationships/notesSlide" Target="/ppt/notesSlides/notesSlide11.xml" Id="Ra32eb6f5456e4a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8362314e2244cf" /><Relationship Type="http://schemas.openxmlformats.org/officeDocument/2006/relationships/notesSlide" Target="/ppt/notesSlides/notesSlide12.xml" Id="R3022c007a37248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f571101f340d0" /><Relationship Type="http://schemas.openxmlformats.org/officeDocument/2006/relationships/notesSlide" Target="/ppt/notesSlides/notesSlide13.xml" Id="R2d4712f9f2454d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6dfaddf214621" /><Relationship Type="http://schemas.openxmlformats.org/officeDocument/2006/relationships/notesSlide" Target="/ppt/notesSlides/notesSlide14.xml" Id="R48598422b96e47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0fe911e0c47d9" /><Relationship Type="http://schemas.openxmlformats.org/officeDocument/2006/relationships/notesSlide" Target="/ppt/notesSlides/notesSlide15.xml" Id="R850cbb4b65e648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ae909b0e34bbd" /><Relationship Type="http://schemas.openxmlformats.org/officeDocument/2006/relationships/notesSlide" Target="/ppt/notesSlides/notesSlide16.xml" Id="R794db72a61704c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665ff712f4095" /><Relationship Type="http://schemas.openxmlformats.org/officeDocument/2006/relationships/notesSlide" Target="/ppt/notesSlides/notesSlide17.xml" Id="R638d341c1dc140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faa32f8f94c86" /><Relationship Type="http://schemas.openxmlformats.org/officeDocument/2006/relationships/notesSlide" Target="/ppt/notesSlides/notesSlide18.xml" Id="R970396696a0445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acc57ad44496e" /><Relationship Type="http://schemas.openxmlformats.org/officeDocument/2006/relationships/notesSlide" Target="/ppt/notesSlides/notesSlide19.xml" Id="R765ba254b03c4d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599e9a0f24222" /><Relationship Type="http://schemas.openxmlformats.org/officeDocument/2006/relationships/notesSlide" Target="/ppt/notesSlides/notesSlide20.xml" Id="Rf20ae815098b43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5de180dba4e33" /><Relationship Type="http://schemas.openxmlformats.org/officeDocument/2006/relationships/notesSlide" Target="/ppt/notesSlides/notesSlide21.xml" Id="Rf0376553c63148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6e81b06a5433b" /><Relationship Type="http://schemas.openxmlformats.org/officeDocument/2006/relationships/notesSlide" Target="/ppt/notesSlides/notesSlide22.xml" Id="R58a9aacc42b547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04aeec23c4e0c" /><Relationship Type="http://schemas.openxmlformats.org/officeDocument/2006/relationships/notesSlide" Target="/ppt/notesSlides/notesSlide23.xml" Id="Rac4f11167d1b472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db9cfa0224bb3" /><Relationship Type="http://schemas.openxmlformats.org/officeDocument/2006/relationships/notesSlide" Target="/ppt/notesSlides/notesSlide24.xml" Id="R5dda67c459304b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579AB5-4DCE-4015-957B-9719576B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代码审查项目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C092B64-65FB-4DAC-9B08-5754FBFE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93D2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93D2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93D2CE"/>
                </a:solidFill>
                <a:latin typeface="Microsoft YaHei"/>
                <a:ea typeface="Microsoft YaHei"/>
                <a:cs typeface="Microsoft YaHei"/>
              </a:rPr>
              <a:t>实现、使用与验收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33BBDBB-2344-43D3-8BEE-046BA53A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rPr>
              <a:t>AI_IR_REPLAY / gvs-pr-agent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96509F1-27CB-449C-A8C6-2F8BBB36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rPr>
              <a:t>研发、测试与负责人团队宣讲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DCC60A-CF7C-454E-AB10-2017E013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rPr>
              <a:t>45 分钟主讲，15 分钟问答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8297B1-8090-4380-9831-8EA0CBAF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rPr>
              <a:t>01 / 24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DFA583-8193-4172-AACA-EFBB8E19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9EB"/>
                </a:solidFill>
                <a:latin typeface="Microsoft YaHei"/>
                <a:ea typeface="Microsoft YaHei"/>
                <a:cs typeface="Microsoft YaHei"/>
              </a:rPr>
              <a:t>内部研发交流  2026-10-13</a:t>
            </a:r>
          </a:p>
        </p:txBody>
      </p:sp>
    </p:spTree>
    <p:extLst>
      <p:ext uri="{BB962C8B-B14F-4D97-AF65-F5344CB8AC3E}">
        <p14:creationId xmlns:p14="http://schemas.microsoft.com/office/powerpoint/2010/main" val="1405977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895258-5C06-4C84-B82E-224C7A48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项目解决的协作问题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DEEC679-11EB-44AE-A077-F50038E9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把变更风险转化为可核验的问题线索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64D600-7878-443D-9D75-605CE974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研发提交 diff，系统给出位置、说明和建议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0853F3E-7BA0-4C5B-8611-B7877270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测试核对证据、失败与覆盖缺口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015CF4-C5C6-4935-92DC-63CC5A9F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负责人依据质量和投入数据决定试点范围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A782F9-40CF-4BE4-AF46-836C487C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02 / 24</a:t>
            </a:r>
          </a:p>
        </p:txBody>
      </p:sp>
    </p:spTree>
    <p:extLst>
      <p:ext uri="{BB962C8B-B14F-4D97-AF65-F5344CB8AC3E}">
        <p14:creationId xmlns:p14="http://schemas.microsoft.com/office/powerpoint/2010/main" val="797516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068E48-1DEF-44B6-A3C2-3A0A1F82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当前能力与验收边界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889B8CD-B2EC-43C2-99F7-84A5BA56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已有代码实现，不等于已完成线上验证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39F5E-CF6F-41A9-B688-306F59A96E71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2103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已有实现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尚未证明或尚未实现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PR、分支、MR、本地 patch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真实模型准确率与费用基线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个专业角色及可选理解闭环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自动修复、自动合并、全仓扫描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定位、启发式过滤、风险排序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分布式锁、多实例高可用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DB583A-405A-437D-908F-73B68D31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03 / 24</a:t>
            </a:r>
          </a:p>
        </p:txBody>
      </p:sp>
    </p:spTree>
    <p:extLst>
      <p:ext uri="{BB962C8B-B14F-4D97-AF65-F5344CB8AC3E}">
        <p14:creationId xmlns:p14="http://schemas.microsoft.com/office/powerpoint/2010/main" val="1270123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E60EE0-C540-4EFA-A012-7C7840E6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三个系统的关系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02C49C4-9D8D-4ECA-BF47-AA26A63C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审查系统读取变更，业务系统提供领域上下文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7102C-ACB9-43B7-8BCA-3FB6191CBEB8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810000"/>
                <a:gridCol w="44958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本次讲解范围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AI_IR_REPLAY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发现变更、模型审查、报告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核心主题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GVS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相机、视觉业务与控制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应用背景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gvs_infer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推理、模型与流媒体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契约与覆盖案例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4704DB0-A805-4C8F-AB51-9244498D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04 / 24</a:t>
            </a:r>
          </a:p>
        </p:txBody>
      </p:sp>
    </p:spTree>
    <p:extLst>
      <p:ext uri="{BB962C8B-B14F-4D97-AF65-F5344CB8AC3E}">
        <p14:creationId xmlns:p14="http://schemas.microsoft.com/office/powerpoint/2010/main" val="1719338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AB0798-3F32-4610-986B-B9138425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审查入口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B15E16B-03AF-4643-922B-D9AC8C1F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共享核心流水线，去重与副作用各有区别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A819E-5404-4BE1-8320-D93664F19221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810000"/>
                <a:gridCol w="44958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输入与触发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PR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 PR，目标分支过滤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 全局评论或日志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Codeup 分支 / MR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轮询 HEAD 或源版本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commit / MR 评论或日志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patch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-diff 文件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终端报告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63BAB2-88DD-487D-85C5-B52BA238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05 / 24</a:t>
            </a:r>
          </a:p>
        </p:txBody>
      </p:sp>
    </p:spTree>
    <p:extLst>
      <p:ext uri="{BB962C8B-B14F-4D97-AF65-F5344CB8AC3E}">
        <p14:creationId xmlns:p14="http://schemas.microsoft.com/office/powerpoint/2010/main" val="1109332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2CCF877-EFC5-4976-884F-4466AE17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完整审查流水线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D2140C5-9234-4C9F-B36A-66EAA429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各阶段分别解决范围、判断与输出问题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D313DF1-8091-4C2E-B88C-BD768EAF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EDA5280-F044-49CC-8D36-84BA4E2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发现变更与去重，解析并过滤文件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D00D638-0F72-45E0-9FF5-EF201659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A9F4A82-FBDA-4C8D-B4F0-658D6593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623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检查文件上限，按模块打包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F089879-48C9-41C0-BA55-6FEAFB7F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866F75-EF25-4992-BCEF-72B86790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可选知识同步与变更意图分析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BC8BC12-B04F-4F65-9F29-F014239F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0DB97A-32EA-4248-8E03-F7006634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339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专业角色审查，定位过滤，最终确认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0F209B3-F532-419A-8901-073619DD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B73359B-2510-494C-ABA8-9DC3DA79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197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失败拦截，报告输出，Codeup 基线推进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478174-9288-4867-AFCC-878CC107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06 / 24</a:t>
            </a:r>
          </a:p>
        </p:txBody>
      </p:sp>
    </p:spTree>
    <p:extLst>
      <p:ext uri="{BB962C8B-B14F-4D97-AF65-F5344CB8AC3E}">
        <p14:creationId xmlns:p14="http://schemas.microsoft.com/office/powerpoint/2010/main" val="388738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25C2029-E268-4C40-AC31-71213CC3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代码理解与变更意图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90F9DDC-0020-4A52-B449-77DFF8B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来源 SHA 约束知识版本，变更分析建立共同上下文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1EA94B4-C413-4EE4-AE21-3F39C5C5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持久化知识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A3AA29D-2387-4117-A179-030512D0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003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每次变更分析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60928C-E10E-49D8-BA00-3F2800EA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来源分支 HEAD 相同则复用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F64AE9-C054-46F6-8432-F7748BA7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变化时读取增量并更新本地文档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6DAC91-0368-42CF-8920-029B2F9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首次初始化主要依赖 seed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6E0255-5E71-495E-8C2C-4B094B78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051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读取知识、标题、说明和 diff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717B721-FAFD-41A2-9622-2A9D4CC6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433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生成变更意图与行为约束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DBE3E6-C04B-47CC-B575-B9F869C4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7815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专业角色接收摘要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78FC18-E98F-4D16-A539-448C2E25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07 / 24</a:t>
            </a:r>
          </a:p>
        </p:txBody>
      </p:sp>
    </p:spTree>
    <p:extLst>
      <p:ext uri="{BB962C8B-B14F-4D97-AF65-F5344CB8AC3E}">
        <p14:creationId xmlns:p14="http://schemas.microsoft.com/office/powerpoint/2010/main" val="486649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F2C0FF-959F-405B-9765-BE6C743E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8 个专业审查角色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3D501F6-2998-4D41-92E8-B4C175AA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角色代表审查视角，实际参与由配置和路径决定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F2241-CF89-41D7-8AC7-D9C3D9E32D49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000375"/>
                <a:gridCol w="2381250"/>
                <a:gridCol w="3019425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模块与接口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边界与注入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热路径与资源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规范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错误处理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可测性与缺失场景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模型语义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 / API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接口与反馈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工具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预处理与工具用法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A1E95E1-6686-4240-8653-68455F32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08 / 24</a:t>
            </a:r>
          </a:p>
        </p:txBody>
      </p:sp>
    </p:spTree>
    <p:extLst>
      <p:ext uri="{BB962C8B-B14F-4D97-AF65-F5344CB8AC3E}">
        <p14:creationId xmlns:p14="http://schemas.microsoft.com/office/powerpoint/2010/main" val="567111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6CE3F31-2DD5-400B-9739-13B9F298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打包与角色分配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03E41F4-C0F0-463B-A894-582B74B5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按包和路径分配作业，减少重复上下文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1294EC2-01AB-4159-BE47-D519512E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E0FCDC1-F371-48FB-83FF-22D0497D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003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覆盖缺口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001AD43-F7A7-47B5-828D-22676370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按 GVS 模块或顶层目录归并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992BE9-0904-49A9-9E04-5682A3D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安全、架构、规范默认参与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9EA0C15-4646-4CC9-A631-2FD71380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优先级分批，并发上限限制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CFE388-2258-4697-A166-696EFA96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051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infer src/models 没有专项映射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45F5B1-0A72-43C6-B512-0A83E4C4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433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C++ 测试未匹配测试角色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AA4CCC-A5C6-49FF-BCB5-F3F6D7A2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7815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文件纳入后仍可能截断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630E13F-8063-4B41-860F-85746997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09 / 24</a:t>
            </a:r>
          </a:p>
        </p:txBody>
      </p:sp>
    </p:spTree>
    <p:extLst>
      <p:ext uri="{BB962C8B-B14F-4D97-AF65-F5344CB8AC3E}">
        <p14:creationId xmlns:p14="http://schemas.microsoft.com/office/powerpoint/2010/main" val="7554642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771EEA-1DC3-45A8-97D3-1620A01B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工程校验能做什么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1D6DB0B-6585-448D-B661-D6E24206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校验提高约束强度，但不能证明问题真实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A19D5-6372-4506-8171-EFD6561AC01E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810000"/>
                <a:gridCol w="44958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工程作用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文件和 hunk 行号约束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允许边界吸附和文件级降级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反思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引用启发式、Go 片段解析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不是语义验证，C++ 可能清空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去重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合并同位置相似发现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文本启发式可能误合并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模型核对候选与 diff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 40 候选，仍需人工核验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9724F1-9E00-40CD-99E5-86CFC36E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10 / 24</a:t>
            </a:r>
          </a:p>
        </p:txBody>
      </p:sp>
    </p:spTree>
    <p:extLst>
      <p:ext uri="{BB962C8B-B14F-4D97-AF65-F5344CB8AC3E}">
        <p14:creationId xmlns:p14="http://schemas.microsoft.com/office/powerpoint/2010/main" val="5227211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F66DE0E-4E49-4458-86B9-0AB1EA4B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失败与降级处理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7AECDAB-1169-4EA2-B132-5006ACD3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报告必须让团队看见审查的不完整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2F645-D0EC-4055-BE38-B60B87035D4B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2103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当前行为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文件数超上限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报错阻断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全部专业作业 / 分析 / 确认失败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放弃结果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部分专业角色失败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可能继续输出，需识别缺口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知识同步失败且非 strict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披露降级，使用空知识继续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F5B266D-D532-4CF9-8C2D-B51B6F2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11 / 24</a:t>
            </a:r>
          </a:p>
        </p:txBody>
      </p:sp>
    </p:spTree>
    <p:extLst>
      <p:ext uri="{BB962C8B-B14F-4D97-AF65-F5344CB8AC3E}">
        <p14:creationId xmlns:p14="http://schemas.microsoft.com/office/powerpoint/2010/main" val="9286740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71F177E-8D2A-46AF-9CF8-A5D805CA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演示样例与输入证据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574C50B-B21D-4226-82D0-8A32BC51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本地 sample.patch，Mock 返回预设问题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88B2DFF-52CE-4414-9871-FC07405C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样例变更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A09BA26-FB5F-428A-87BB-309E3ECA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003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演示目的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2B0946-5D74-4C57-A0D0-8F632721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HTTP handler 拼接 shell 命令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FD17A9-91B0-4637-A916-99B20255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后台 goroutine 缺少退出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9602DA7-BE01-48AE-9096-38788C7D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模型预处理与资源释放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9F84C8-7154-4CE3-AA9B-B3CE2BA4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051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看位置和建议如何进入报告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77ADD5E-13A5-456D-9627-875B25CB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433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看不存在的文件如何被过滤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67766C0-C6CD-4ED3-AE40-F4A86D62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7815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看多角色结果如何汇总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E437225-BC68-4D84-8008-838D62E8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12 / 24</a:t>
            </a:r>
          </a:p>
        </p:txBody>
      </p:sp>
    </p:spTree>
    <p:extLst>
      <p:ext uri="{BB962C8B-B14F-4D97-AF65-F5344CB8AC3E}">
        <p14:creationId xmlns:p14="http://schemas.microsoft.com/office/powerpoint/2010/main" val="4952095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CC3B3D2-F444-427C-BD58-76559C0A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演示结果的阅读方法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3BE5C08-A09F-42C6-BC02-302CB7DA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先看执行状态，再看位置、证据和建议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A00B31F-A558-4571-A30B-FF4B61BE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522F8EE-CC0C-424C-8523-B515CE7B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检查理解开关、失败角色、纳入文件数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41E9AAE-EF93-4646-BCA2-5C836F1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B3CA2D-A8F2-442C-94C5-9276B7E1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185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回到 diff 验证文件与新行号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8BD377-416D-476F-9F50-DCE0DBE1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F58DE6-E27D-42E3-AF9F-99137936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核对触发条件和行为后果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433395A-32FA-4855-A44C-1B4F4B5A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50DA6F-16EE-467E-B99E-02B9D497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6255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决定采纳、驳回或补充上下文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56C148-5BED-4A79-9590-9095F8B0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13 / 24</a:t>
            </a:r>
          </a:p>
        </p:txBody>
      </p:sp>
    </p:spTree>
    <p:extLst>
      <p:ext uri="{BB962C8B-B14F-4D97-AF65-F5344CB8AC3E}">
        <p14:creationId xmlns:p14="http://schemas.microsoft.com/office/powerpoint/2010/main" val="13827509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4E1061-6B9E-46D1-B8F1-15127D38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研发的使用流程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6B7681A-0796-4589-9D64-90D53A67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让评论成为可行动的评审输入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5EA4E86-6B59-41A4-A612-3F9901CA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67A9612-C2B8-4871-B66F-2D67C544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提交可解释的变更，写清意图与约束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B619938-4674-4B75-9631-7810FD7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23E5D1-7460-4931-9002-D9F1EB5F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185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核对目标配置、规则和审查范围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E9F2C07-74C8-4D00-BA2C-C0B31C65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5DFDDB-7718-4DDE-B157-0605A464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逐项复核问题，给出采纳或驳回依据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998280-13EE-4436-89CC-AB22397D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9F339B-5ECD-42AD-B5D6-8345C2AF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6255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修复后重新验证代码与测试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918C54-EC16-44F4-8F73-84BF2802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14 / 24</a:t>
            </a:r>
          </a:p>
        </p:txBody>
      </p:sp>
    </p:spTree>
    <p:extLst>
      <p:ext uri="{BB962C8B-B14F-4D97-AF65-F5344CB8AC3E}">
        <p14:creationId xmlns:p14="http://schemas.microsoft.com/office/powerpoint/2010/main" val="2528216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8530DF3-EE3E-425A-B3CE-9F896C50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测试的验收矩阵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922997B-4666-4A3B-A609-7B1EFD6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流程正确性与模型质量分开验证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A3D8F-35ED-4603-BAF1-3A9276CEDC72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2103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验证样本与证据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过滤、文件上限、截断、角色映射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模型异常、解析失败、部分失败、知识降级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写失败、重复轮询、dry-run 隔离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语义质量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专家标注真实问题、误报、已知漏报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24BC27C-1E41-489C-98A7-067E65EB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15 / 24</a:t>
            </a:r>
          </a:p>
        </p:txBody>
      </p:sp>
    </p:spTree>
    <p:extLst>
      <p:ext uri="{BB962C8B-B14F-4D97-AF65-F5344CB8AC3E}">
        <p14:creationId xmlns:p14="http://schemas.microsoft.com/office/powerpoint/2010/main" val="20040653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3779184-CED7-4BAE-8928-47A7D72B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状态与 dry-run 边界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444833A-EA1B-481F-827E-999046A7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禁止发布评论仍可能改变本地状态和产生费用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F16A5D4-F938-4AE8-83F3-FA16497E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状态在哪里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2E9182-B8D6-4124-A378-FAAA2B94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003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演示与试点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C507C7-A5DC-4E6F-93CD-C655E4A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GitHub 评论保存 SHA 标记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7CA32A-5C9E-4722-9776-D0D6AA0F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Codeup JSON 保存分支 / MR 基线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890FBFF-4C47-44F1-890D-16FD208E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知识文档保存来源 SHA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01994A-4D73-43FD-AAA7-E1E689BE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051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使用独立 state_path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854AE3-9533-49A2-B3A4-843D70DA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433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必要时复制知识文档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B180F69-B9B7-490E-A5E3-030A5152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7815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核对模型费用与发布开关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21CD20A-5650-4F3C-A550-1BEE8683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16 / 24</a:t>
            </a:r>
          </a:p>
        </p:txBody>
      </p:sp>
    </p:spTree>
    <p:extLst>
      <p:ext uri="{BB962C8B-B14F-4D97-AF65-F5344CB8AC3E}">
        <p14:creationId xmlns:p14="http://schemas.microsoft.com/office/powerpoint/2010/main" val="19497983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3C9B4B-96B6-42BD-B3D7-78227BD2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部署与数据边界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542F65B-95FB-4921-8297-F1D15B43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本地运行和外部模型之间存在明确的数据流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9E55B-4E70-498C-8C31-65C10C854085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2103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上线前需要明确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外部模型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diff 和知识可外发，核对供应商政策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本地存储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 / docs 持久化与日志访问权限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管理接口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8081 鉴权与网络隔离，health 仅存活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部署模板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Compose 未补齐 Codeup 环境与知识卷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4D1C124-0148-4D10-9075-CA5A0AF1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17 / 24</a:t>
            </a:r>
          </a:p>
        </p:txBody>
      </p:sp>
    </p:spTree>
    <p:extLst>
      <p:ext uri="{BB962C8B-B14F-4D97-AF65-F5344CB8AC3E}">
        <p14:creationId xmlns:p14="http://schemas.microsoft.com/office/powerpoint/2010/main" val="15641130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9D5B43-C107-4977-87BE-23EE4F85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费用与质量的衡量口径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D3EA1F4-7FD0-4705-811C-2CFF101E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使用实际调用和人工核验数据决定投入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009E672-B668-4645-B9B8-10333048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费用来源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EB61325-3F81-4FDD-9808-6DBE6B2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003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质量与人工成本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C16560-3CC0-4292-870C-ADAE6F14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知识更新与变更分析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2BD4F0A-473D-43F0-95F2-861A302E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包与角色作业、最终确认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A2A6342-BD83-40D9-8D48-5D74CC6C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HTTP 重试和 JSON 解析重试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D5BFC5-A9FD-444D-A4F5-5C2462C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051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人工核验的 Precision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8C81D2-8096-47F4-9D4C-4F01A1FD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433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标注集上的漏报与 Recall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D05427-BD93-40BC-AB47-8515410B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7815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耗时、Token、采纳率与复核时间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4CD84EB-EB3C-4793-B499-3E85FD3C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18 / 24</a:t>
            </a:r>
          </a:p>
        </p:txBody>
      </p:sp>
    </p:spTree>
    <p:extLst>
      <p:ext uri="{BB962C8B-B14F-4D97-AF65-F5344CB8AC3E}">
        <p14:creationId xmlns:p14="http://schemas.microsoft.com/office/powerpoint/2010/main" val="9768991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41CA5F-CE27-4197-91EC-6CB1EA3E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优先改进事项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B285BD4-5CA5-4EAC-87BC-201F667A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先解决影响可靠性与覆盖判断的问题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2BD27-B9EA-42A4-9894-5AE9DF138574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810000"/>
                <a:gridCol w="44958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已验证发现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写失败 memory=new、disk=old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落盘后提交或失败回滚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infer 缺算法 / 性能 / 测试分配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补专项路径并验证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知识失败丢旧上下文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旧快照兜底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文件数不能证明文本覆盖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披露截断与未确认候选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D38D66-7E2D-44C7-A7C1-6A7039DC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19 / 24</a:t>
            </a:r>
          </a:p>
        </p:txBody>
      </p:sp>
    </p:spTree>
    <p:extLst>
      <p:ext uri="{BB962C8B-B14F-4D97-AF65-F5344CB8AC3E}">
        <p14:creationId xmlns:p14="http://schemas.microsoft.com/office/powerpoint/2010/main" val="1222286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12B299-1DB7-417A-8F3F-335C46A0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试点与负责人决策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F8A884B-9262-4A27-929A-47743744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先有可解释的结果，再扩大自动评论范围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DF5145E-4EBE-460D-8B9C-5F63F303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B1262E5-8AA3-4A29-9BF1-256A1CE6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明确仓库、负责人、预算和人工验收标准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F0F666A-7DFB-4EA4-B2B6-AD45873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592861-FBA5-4E98-8621-BED5E48F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185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先补 P1，再以隔离基线进行 dry-run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F4D950D-F16F-4F52-8A5D-01A70D6A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D102B7-6279-4E46-8A1E-F5C6DDD2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固定样本评估真实发现、误报、漏报和成本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724364-1510-48E0-9491-9A446BEA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69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75C5E7-8BF2-4061-8B63-12D1012E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6255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达到团队约定门槛后，有限开放评论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FA34EFC-F73F-4B96-874A-84A8BC85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20 / 24</a:t>
            </a:r>
          </a:p>
        </p:txBody>
      </p:sp>
    </p:spTree>
    <p:extLst>
      <p:ext uri="{BB962C8B-B14F-4D97-AF65-F5344CB8AC3E}">
        <p14:creationId xmlns:p14="http://schemas.microsoft.com/office/powerpoint/2010/main" val="6457948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57208B-BCDF-4723-BCD0-F9DEA6A5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附录：配置与启动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54BB2A-8F54-426F-BB06-F93DB60C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演示、业务试点和真实发布要选择不同配置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0AB61-4CAC-4531-923D-CB219875DAB1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2103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 / 参数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config.mock.yaml + -diff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本地预设响应，未启用理解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config-gvs / config-gvs-infer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 dry-run，知识及基线需要隔离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config-codeup.yaml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默认可真实发布，运行前核对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-once / -dry-run / -rule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单轮 / 禁止评论 / 最高规则优先级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EFF41A8-F843-4041-81D9-092CBE2A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21 / 24  问答附录</a:t>
            </a:r>
          </a:p>
        </p:txBody>
      </p:sp>
    </p:spTree>
    <p:extLst>
      <p:ext uri="{BB962C8B-B14F-4D97-AF65-F5344CB8AC3E}">
        <p14:creationId xmlns:p14="http://schemas.microsoft.com/office/powerpoint/2010/main" val="143324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605EE9-39D3-4EAE-AD97-3AED1841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附录：报告统计改进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420930C-B0BD-4E2E-9A1C-067E8F9D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可观察性需要保留每个阶段的真实分母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2AB0D-DC13-4E48-BBDE-EF3F56888C0C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2103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现有问题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建议口径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成功角色数含失败角色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成功、部分失败、全部失败分别统计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只有文件数覆盖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同时披露文本截断与角色覆盖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确认仅按文件加行号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保留候选 ID 与最终处置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 Usage 不等于费用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核对输入输出 Token、重试与账单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8FA10C-2A40-4260-BAA7-435BECD0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22 / 24  问答附录</a:t>
            </a:r>
          </a:p>
        </p:txBody>
      </p:sp>
    </p:spTree>
    <p:extLst>
      <p:ext uri="{BB962C8B-B14F-4D97-AF65-F5344CB8AC3E}">
        <p14:creationId xmlns:p14="http://schemas.microsoft.com/office/powerpoint/2010/main" val="11176106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393D8F-4CB1-45A0-9953-962A4147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附录：GVS 与 infer 的契约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1FA1F88-B40D-4B3F-A0AA-49D6B56E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只比较标注版本，不代替线上最新状态核验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51B7B-BDB1-4B65-8FC7-262B536A3C0F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810000"/>
                <a:gridCol w="44958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对照项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GVS c948e000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infer 920c7a3f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协议源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gvs/communication/proto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proto/infer.proto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主服务通信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直接连接 gRPC 50051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监听 50051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Detect 响应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results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另有 error_message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TrackStreamResult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oneof 含 file_saved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只定义 detect_result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E56E105-CB02-4672-B611-462562FB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23 / 24  问答附录</a:t>
            </a:r>
          </a:p>
        </p:txBody>
      </p:sp>
    </p:spTree>
    <p:extLst>
      <p:ext uri="{BB962C8B-B14F-4D97-AF65-F5344CB8AC3E}">
        <p14:creationId xmlns:p14="http://schemas.microsoft.com/office/powerpoint/2010/main" val="12097692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33C1041-52BE-42E3-9BD3-6E8DA5EE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39"/>
                </a:solidFill>
                <a:latin typeface="Microsoft YaHei"/>
                <a:ea typeface="Microsoft YaHei"/>
                <a:cs typeface="Microsoft YaHei"/>
              </a:rPr>
              <a:t>附录：团队常见问题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8CC811B-C01E-4EBE-B79F-C04523FD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E73"/>
                </a:solidFill>
                <a:latin typeface="Microsoft YaHei"/>
                <a:ea typeface="Microsoft YaHei"/>
                <a:cs typeface="Microsoft YaHei"/>
              </a:rPr>
              <a:t>边界明确，才能形成稳定的使用预期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77285-B7C6-48C7-9844-EDE6FD6B6A8C}"/>
              </a:ext>
            </a:extLst>
          </p:cNvPr>
          <p:cNvGraphicFramePr/>
          <p:nvPr/>
        </p:nvGraphicFramePr>
        <p:xfrm>
          <a:off xmlns:a="http://schemas.openxmlformats.org/drawingml/2006/main" x="704850" y="24003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210300"/>
              </a:tblGrid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T w="5715">
                      <a:solidFill>
                        <a:srgbClr val="C6D5D6"/>
                      </a:solidFill>
                      <a:prstDash val="solid"/>
                    </a:lnT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能替代测试和人工评审吗？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当前不能，输出需要核验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个角色就调用 8 次吗？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取决于包、路径、开关和重试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dry-run 完全没有副作用吗？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仍可外部调用、收费和写状态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E5EEED"/>
                    </a:solidFill>
                  </a:tcPr>
                </a:tc>
              </a:tr>
              <a:tr h="6286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可以多实例直接部署吗？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C6D5D6"/>
                      </a:solidFill>
                      <a:prstDash val="solid"/>
                    </a:lnL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缺少跨进程锁，需另行验证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C6D5D6"/>
                      </a:solidFill>
                      <a:prstDash val="solid"/>
                    </a:lnR>
                    <a:lnB w="5715">
                      <a:solidFill>
                        <a:srgbClr val="C6D5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DC12CF9-BD4D-4B09-A184-C7D9B5F1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6571"/>
                </a:solidFill>
                <a:latin typeface="Microsoft YaHei"/>
                <a:ea typeface="Microsoft YaHei"/>
                <a:cs typeface="Microsoft YaHei"/>
              </a:rPr>
              <a:t>24 / 24  问答附录</a:t>
            </a:r>
          </a:p>
        </p:txBody>
      </p:sp>
    </p:spTree>
    <p:extLst>
      <p:ext uri="{BB962C8B-B14F-4D97-AF65-F5344CB8AC3E}">
        <p14:creationId xmlns:p14="http://schemas.microsoft.com/office/powerpoint/2010/main" val="180816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2026-10-13T06:08:26.7170000Z</dcterms:created>
  <dcterms:modified xsi:type="dcterms:W3CDTF">2026-10-13T06:08:26.7170000Z</dcterms:modified>
</coreProperties>
</file>