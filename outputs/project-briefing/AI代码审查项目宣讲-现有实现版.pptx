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cd7e301964678" /><Relationship Type="http://schemas.openxmlformats.org/officeDocument/2006/relationships/extended-properties" Target="/docProps/app.xml" Id="R9a3edcefdf7845d5" /><Relationship Type="http://schemas.openxmlformats.org/officeDocument/2006/relationships/officeDocument" Target="/ppt/presentation.xml" Id="R8756b0a507ff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f5172f1cd541b9"/>
  </p:sldMasterIdLst>
  <p:notesMasterIdLst>
    <p:notesMasterId xmlns:r="http://schemas.openxmlformats.org/officeDocument/2006/relationships" r:id="R69341ba32b814951"/>
  </p:notesMasterIdLst>
  <p:sldIdLst>
    <p:sldId xmlns:r="http://schemas.openxmlformats.org/officeDocument/2006/relationships" id="256" r:id="R4d6355716ff24c31"/>
    <p:sldId xmlns:r="http://schemas.openxmlformats.org/officeDocument/2006/relationships" id="257" r:id="R164eaf0d98544abb"/>
    <p:sldId xmlns:r="http://schemas.openxmlformats.org/officeDocument/2006/relationships" id="258" r:id="Rb6fc9fe68bc44d6e"/>
    <p:sldId xmlns:r="http://schemas.openxmlformats.org/officeDocument/2006/relationships" id="259" r:id="Rb6db38a068f94e4f"/>
    <p:sldId xmlns:r="http://schemas.openxmlformats.org/officeDocument/2006/relationships" id="260" r:id="Rbf48f040c8714554"/>
    <p:sldId xmlns:r="http://schemas.openxmlformats.org/officeDocument/2006/relationships" id="261" r:id="R8936cc6543e44906"/>
    <p:sldId xmlns:r="http://schemas.openxmlformats.org/officeDocument/2006/relationships" id="262" r:id="R15833a5b333a4a23"/>
    <p:sldId xmlns:r="http://schemas.openxmlformats.org/officeDocument/2006/relationships" id="263" r:id="R7a96647ed6804f16"/>
    <p:sldId xmlns:r="http://schemas.openxmlformats.org/officeDocument/2006/relationships" id="264" r:id="R36e33f674acb4c0e"/>
    <p:sldId xmlns:r="http://schemas.openxmlformats.org/officeDocument/2006/relationships" id="265" r:id="R9b6a4e49b3b347fc"/>
    <p:sldId xmlns:r="http://schemas.openxmlformats.org/officeDocument/2006/relationships" id="266" r:id="R12e0fe1198dc4faa"/>
    <p:sldId xmlns:r="http://schemas.openxmlformats.org/officeDocument/2006/relationships" id="267" r:id="R33522a165cc14733"/>
    <p:sldId xmlns:r="http://schemas.openxmlformats.org/officeDocument/2006/relationships" id="268" r:id="R69c3ecdab1094dce"/>
    <p:sldId xmlns:r="http://schemas.openxmlformats.org/officeDocument/2006/relationships" id="269" r:id="Rc86b7e94a2a74f85"/>
    <p:sldId xmlns:r="http://schemas.openxmlformats.org/officeDocument/2006/relationships" id="270" r:id="R72efb6c5677c47f2"/>
    <p:sldId xmlns:r="http://schemas.openxmlformats.org/officeDocument/2006/relationships" id="271" r:id="R9c498c2b0b8a424b"/>
    <p:sldId xmlns:r="http://schemas.openxmlformats.org/officeDocument/2006/relationships" id="272" r:id="R1dfa8d20b4fd455c"/>
    <p:sldId xmlns:r="http://schemas.openxmlformats.org/officeDocument/2006/relationships" id="273" r:id="R56cadb74ec4044fb"/>
    <p:sldId xmlns:r="http://schemas.openxmlformats.org/officeDocument/2006/relationships" id="274" r:id="R8ad4d72151124e5b"/>
    <p:sldId xmlns:r="http://schemas.openxmlformats.org/officeDocument/2006/relationships" id="275" r:id="Rec8194fba6e848d4"/>
    <p:sldId xmlns:r="http://schemas.openxmlformats.org/officeDocument/2006/relationships" id="276" r:id="R883782229f7c41e9"/>
    <p:sldId xmlns:r="http://schemas.openxmlformats.org/officeDocument/2006/relationships" id="277" r:id="Rc3eda63a9d3f42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8d0977883048f0" /><Relationship Type="http://schemas.openxmlformats.org/officeDocument/2006/relationships/slideMaster" Target="/ppt/slideMasters/slideMaster1.xml" Id="Ra0f5172f1cd541b9" /><Relationship Type="http://schemas.openxmlformats.org/officeDocument/2006/relationships/notesMaster" Target="/ppt/notesMasters/notesMaster1.xml" Id="R69341ba32b814951" /><Relationship Type="http://schemas.openxmlformats.org/officeDocument/2006/relationships/presProps" Target="/ppt/presProps.xml" Id="Rdef32e5958c6422f" /><Relationship Type="http://schemas.openxmlformats.org/officeDocument/2006/relationships/tableStyles" Target="/ppt/tableStyles.xml" Id="R56b8375fa67f46d2" /><Relationship Type="http://schemas.openxmlformats.org/officeDocument/2006/relationships/slide" Target="/ppt/slides/slide1.xml" Id="R4d6355716ff24c31" /><Relationship Type="http://schemas.openxmlformats.org/officeDocument/2006/relationships/slide" Target="/ppt/slides/slide2.xml" Id="R164eaf0d98544abb" /><Relationship Type="http://schemas.openxmlformats.org/officeDocument/2006/relationships/slide" Target="/ppt/slides/slide3.xml" Id="Rb6fc9fe68bc44d6e" /><Relationship Type="http://schemas.openxmlformats.org/officeDocument/2006/relationships/slide" Target="/ppt/slides/slide4.xml" Id="Rb6db38a068f94e4f" /><Relationship Type="http://schemas.openxmlformats.org/officeDocument/2006/relationships/slide" Target="/ppt/slides/slide5.xml" Id="Rbf48f040c8714554" /><Relationship Type="http://schemas.openxmlformats.org/officeDocument/2006/relationships/slide" Target="/ppt/slides/slide6.xml" Id="R8936cc6543e44906" /><Relationship Type="http://schemas.openxmlformats.org/officeDocument/2006/relationships/slide" Target="/ppt/slides/slide7.xml" Id="R15833a5b333a4a23" /><Relationship Type="http://schemas.openxmlformats.org/officeDocument/2006/relationships/slide" Target="/ppt/slides/slide8.xml" Id="R7a96647ed6804f16" /><Relationship Type="http://schemas.openxmlformats.org/officeDocument/2006/relationships/slide" Target="/ppt/slides/slide9.xml" Id="R36e33f674acb4c0e" /><Relationship Type="http://schemas.openxmlformats.org/officeDocument/2006/relationships/slide" Target="/ppt/slides/slide10.xml" Id="R9b6a4e49b3b347fc" /><Relationship Type="http://schemas.openxmlformats.org/officeDocument/2006/relationships/slide" Target="/ppt/slides/slide11.xml" Id="R12e0fe1198dc4faa" /><Relationship Type="http://schemas.openxmlformats.org/officeDocument/2006/relationships/slide" Target="/ppt/slides/slide12.xml" Id="R33522a165cc14733" /><Relationship Type="http://schemas.openxmlformats.org/officeDocument/2006/relationships/slide" Target="/ppt/slides/slide13.xml" Id="R69c3ecdab1094dce" /><Relationship Type="http://schemas.openxmlformats.org/officeDocument/2006/relationships/slide" Target="/ppt/slides/slide14.xml" Id="Rc86b7e94a2a74f85" /><Relationship Type="http://schemas.openxmlformats.org/officeDocument/2006/relationships/slide" Target="/ppt/slides/slide15.xml" Id="R72efb6c5677c47f2" /><Relationship Type="http://schemas.openxmlformats.org/officeDocument/2006/relationships/slide" Target="/ppt/slides/slide16.xml" Id="R9c498c2b0b8a424b" /><Relationship Type="http://schemas.openxmlformats.org/officeDocument/2006/relationships/slide" Target="/ppt/slides/slide17.xml" Id="R1dfa8d20b4fd455c" /><Relationship Type="http://schemas.openxmlformats.org/officeDocument/2006/relationships/slide" Target="/ppt/slides/slide18.xml" Id="R56cadb74ec4044fb" /><Relationship Type="http://schemas.openxmlformats.org/officeDocument/2006/relationships/slide" Target="/ppt/slides/slide19.xml" Id="R8ad4d72151124e5b" /><Relationship Type="http://schemas.openxmlformats.org/officeDocument/2006/relationships/slide" Target="/ppt/slides/slide20.xml" Id="Rec8194fba6e848d4" /><Relationship Type="http://schemas.openxmlformats.org/officeDocument/2006/relationships/slide" Target="/ppt/slides/slide21.xml" Id="R883782229f7c41e9" /><Relationship Type="http://schemas.openxmlformats.org/officeDocument/2006/relationships/slide" Target="/ppt/slides/slide22.xml" Id="Rc3eda63a9d3f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835a60050d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6d73fb11146c4" /><Relationship Type="http://schemas.openxmlformats.org/officeDocument/2006/relationships/notesMaster" Target="/ppt/notesMasters/notesMaster1.xml" Id="Ree64a19c1920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e776762ef4154" /><Relationship Type="http://schemas.openxmlformats.org/officeDocument/2006/relationships/notesMaster" Target="/ppt/notesMasters/notesMaster1.xml" Id="Rb8feb5c24a8640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7c44492af84d3f" /><Relationship Type="http://schemas.openxmlformats.org/officeDocument/2006/relationships/notesMaster" Target="/ppt/notesMasters/notesMaster1.xml" Id="Re26d61403f874c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eaec4be46f41ee" /><Relationship Type="http://schemas.openxmlformats.org/officeDocument/2006/relationships/notesMaster" Target="/ppt/notesMasters/notesMaster1.xml" Id="Raf3266cae8f7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8e7730d4eb45f2" /><Relationship Type="http://schemas.openxmlformats.org/officeDocument/2006/relationships/notesMaster" Target="/ppt/notesMasters/notesMaster1.xml" Id="R95983382f7c041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ab4295de040b9" /><Relationship Type="http://schemas.openxmlformats.org/officeDocument/2006/relationships/notesMaster" Target="/ppt/notesMasters/notesMaster1.xml" Id="Ra819ef241eca4f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5a28d949444948" /><Relationship Type="http://schemas.openxmlformats.org/officeDocument/2006/relationships/notesMaster" Target="/ppt/notesMasters/notesMaster1.xml" Id="R13f105c3700346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223b77c2d848d8" /><Relationship Type="http://schemas.openxmlformats.org/officeDocument/2006/relationships/notesMaster" Target="/ppt/notesMasters/notesMaster1.xml" Id="R94bf3a941bdf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c301c813414ebd" /><Relationship Type="http://schemas.openxmlformats.org/officeDocument/2006/relationships/notesMaster" Target="/ppt/notesMasters/notesMaster1.xml" Id="Ra6b3a27aba5f45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78fd81586e4515" /><Relationship Type="http://schemas.openxmlformats.org/officeDocument/2006/relationships/notesMaster" Target="/ppt/notesMasters/notesMaster1.xml" Id="R2e237e74dd8940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b8ce430e1548d7" /><Relationship Type="http://schemas.openxmlformats.org/officeDocument/2006/relationships/notesMaster" Target="/ppt/notesMasters/notesMaster1.xml" Id="Rc1cad0cc48a840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4bac1d9d16469a" /><Relationship Type="http://schemas.openxmlformats.org/officeDocument/2006/relationships/notesMaster" Target="/ppt/notesMasters/notesMaster1.xml" Id="R85159021c9f34c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55173e92fc4b4d" /><Relationship Type="http://schemas.openxmlformats.org/officeDocument/2006/relationships/notesMaster" Target="/ppt/notesMasters/notesMaster1.xml" Id="Rceba79e6979c44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e0f9dd5d474d44" /><Relationship Type="http://schemas.openxmlformats.org/officeDocument/2006/relationships/notesMaster" Target="/ppt/notesMasters/notesMaster1.xml" Id="R80c03c78481444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50c0ec14bf4969" /><Relationship Type="http://schemas.openxmlformats.org/officeDocument/2006/relationships/notesMaster" Target="/ppt/notesMasters/notesMaster1.xml" Id="R9fd41358c9ef49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981b6e85be490d" /><Relationship Type="http://schemas.openxmlformats.org/officeDocument/2006/relationships/notesMaster" Target="/ppt/notesMasters/notesMaster1.xml" Id="R138f31f8b1ab46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251b21d6f94beb" /><Relationship Type="http://schemas.openxmlformats.org/officeDocument/2006/relationships/notesMaster" Target="/ppt/notesMasters/notesMaster1.xml" Id="Reb71fe4fe83441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4215f2793c49fa" /><Relationship Type="http://schemas.openxmlformats.org/officeDocument/2006/relationships/notesMaster" Target="/ppt/notesMasters/notesMaster1.xml" Id="Rc9e396f03ebe4a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c41b842b3742f7" /><Relationship Type="http://schemas.openxmlformats.org/officeDocument/2006/relationships/notesMaster" Target="/ppt/notesMasters/notesMaster1.xml" Id="R6907afb0e6e94f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14a81246864d3b" /><Relationship Type="http://schemas.openxmlformats.org/officeDocument/2006/relationships/notesMaster" Target="/ppt/notesMasters/notesMaster1.xml" Id="Rdb5c2c838ca646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a7b48ba57e498a" /><Relationship Type="http://schemas.openxmlformats.org/officeDocument/2006/relationships/notesMaster" Target="/ppt/notesMasters/notesMaster1.xml" Id="Rfe4210df439040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a4dbf502be437a" /><Relationship Type="http://schemas.openxmlformats.org/officeDocument/2006/relationships/notesMaster" Target="/ppt/notesMasters/notesMaster1.xml" Id="R5178e3a370e3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从一次代码变更开始：系统发现变更，组织上下文，按专业视角审查，再经过工程校验输出报告。本次仅讲当前已实现机制。模型输出仍需结合测试与人工评审判断。实现依据：cmd/agent/main.go、internal/review/service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给研发的是问题位置、原因和修复建议，给测试的是执行状态和覆盖缺口，给负责人的是审查范围及调用统计。报告提供辅助证据，代码质量还需要编译、测试和人工评审。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实现依据：internal/review/service.go；internal/notifier/notifier.go。内容以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平台连接器负责获得变更，模型负责理解和发现问题，确定性代码负责范围、调度、位置、预算和发布。理解模块可选，关闭时保留专业审查和工程流程。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实现依据：internal/review/service.go；internal/coordinator/coordinator.go。内容以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箭头表示数据或请求传递方向。定时器和管理接口触发 Service；Service 调用平台客户端发现变更，使用模型客户端进行审查，读取规则和知识，最后写报告和本地状态。GVS 和 infer 提供被审查源码，不是服务的 CUDA 或摄像头运行依赖。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实现依据：cmd/agent/main.go；internal/review/service.go；internal/instance。内容以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理解实现可以按调用顺序阅读代码。入口加载配置并校验，NewService 装配平台客户端、规则、模型和协调器，RunOnce 发现变更，reviewDiff 组织审查，Coordinator 展开包乘角色的作业，Notifier 生成报告。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实现依据：cmd/agent/main.go；internal/review/service.go；internal/coordinator/coordinator.go。内容以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常驻模式启动立即执行一轮，之后按 interval 与 jitter 调度，也能经鉴权接口手动触发。once 执行一轮退出。diff 模式直接读取本地 patch，理解模块开启时仍可能访问 Codeup 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实现依据：cmd/agent/main.go；internal/review/service.go；internal/scheduler/scheduler.go。内容以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知识与意图分析及统筹确认由 understanding.enabled 装配。工程校验包括候选聚合后的定位与反思，确认成功后还会再做反思。发布前检查全部失败、确认错误、轮次预算和取消状态。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实现依据：internal/review/service.go；internal/coordinator/coordinator.go。内容以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从评论中的 SHA 标记判断版本是否已审。Codeup 用本地 JSON 保存分支或 MR 版本。分支首次发现默认只记录基线，review_first_push 开启才审查基准分支至 HEAD 的变更。WIP、合并冲突和分支过滤在发现阶段控制进入审查。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实现依据：internal/review/service.go；internal/state/state.go；internal/github/client.go。内容以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过滤删除文件、二进制和排除路径。文件数量超限会阻断，不通过抽样声称全量覆盖。按 GVS 模块归并，未知路径按顶层目录归并，超包大小再拆分。单包 diff 有长度预算，截断会在报告披露。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实现依据：internal/filter/filter.go；internal/packager/packager.go；internal/review/service.go。内容以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个角色不是 11 个训练模型。差异来自 focus 提示词、规则和优先级。打包启用时，security、architect、standard、concurrency、resource 参与所有包，其余按路径分配。dataflow 覆盖 GVS 流处理及 infer 相关路径。未配置或关闭的角色不创建。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实现依据：internal/agent/factory.go；internal/agent/specialists.go；internal/packager/packager.go。内容以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四层采用首次可用原则，不是把四份规则文档合并。CLI 显式文件解析错误会报错，其他层不可用可降级。当前生效文件变化时重新加载。每个角色获得 global、agents[role] 和命中 paths 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实现依据：internal/rules/loader.go；configs/review-rules-gvs.yaml；configs/review-rules-gvs-infer.yaml。内容以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启用 understanding 后，Manager 比较知识文档 SOURCE-SHA 与来源分支 HEAD。相同 SHA 复用；不同 SHA 拉取增量并调用模型更新。首次初始化需要版本化源码快照，seed 只补充线索。非 strict 失败时返回旧快照若存在，并在报告披露降级，旧快照不标记为新版本。仓库身份校验尚存在回归失败，因此不宣称任意跨仓库知识隔离已得到保障。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实现依据：internal/understanding/manager.go；internal/understanding/snapshot.go；internal/review/service.go。内容以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Analyzer 的输入为仓库、标题、说明、当前 diff 和全局知识。输出变更摘要、意图及行为约束，序列化后传给各角色任务，帮助各角色围绕同一变更解释风险。该步骤只在理解模块启用时装配，分析失败会终止本次审查。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实现依据：internal/analyzer/change.go；internal/review/service.go；internal/prompt/engine.go。内容以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协调器生成包乘角色作业，按 priority 顺序运行，semaphore 限制并发。角色构造 system/user 提示词，经 OpenAI 兼容 Chat Completions 接口调用。HTTP 429、5xx 或网络错误可指数退避重试，专业角色 JSON 解析失败最多尝试两次。模型按变更行数选档，各档可以配置为同一个模型。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实现依据：internal/coordinator/coordinator.go；internal/llm/client.go；internal/agent/agent.go。内容以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定位器检查 diff 中的文件和新行号，必要时允许有限偏移修正或降为文件级。反思检查引用是否出现在 diff 中、建议代码的 Go 语法，并去重。不能把这些检查解释为语义证明，也没有 C++ 语法校验。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实现依据：internal/locator/locator.go；internal/reflector/reflector.go；internal/coordinator/coordinator.go。内容以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确认阶段为每条候选生成稳定 ID，附上完整的版本化 diff 文件证据。输出只能包含 candidate_id、confirmed 和 reason，未知 ID、重复 ID 或协议错误会失败。确认保留原始问题内容，模型不能改写问题或位置。当前最多 40 个候选，确认 diff 预算 80000 字节，未覆盖候选单独统计。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实现依据：internal/coordinator/confirmer.go；internal/coordinator/coordinator.go。内容以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专业角色部分失败可以继续生成报告，但必须披露角色及作业失败。全部失败、分析失败、确认失败或预算耗尽时返回错误，正常审查结果不发布，Codeup 不按正常审查推进该次基线。知识 strict 与非 strict 的策略不同。零问题与执行失败应分开读取。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实现依据：internal/review/service.go；internal/coordinator/coordinator.go；internal/notifier/notifier.go。内容以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Notifier 生成统一 Markdown 报告。GitHub PR 与 Codeup commit/MR 使用全局评论而非 inline 评论接口。Codeup 写状态失败时恢复内存中的旧值。注意 dry-run 只禁止评论发布，仍可能调用模型、写知识并推进 Codeup 基线，演示应使用独立路径。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实现依据：internal/notifier/notifier.go；internal/review/service.go；internal/state/state.go。内容以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预算按请求发送前预留，输入使用字节数加框架开销作保守 Token 估计，输出按 max_tokens 预留。失败请求不退还预留，因为网络失败不能证明供应商不收费。max_round_cost 只有配置模型价格时才可计算。预留预算和供应商真实账单是不同统计。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实现依据：internal/review/budget.go；internal/llm/budget.go；internal/llm/client.go。内容以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 1.23 服务可构建单二进制，Compose 挂载 configs、data、docs，传入仓库和模型凭据。管理接口以 Bearer Token 鉴权，健康接口只代表存活。入口获取状态及知识路径的操作系统锁，避免同机共享路径被多个实例同时修改，不等同于分布式高可用。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实现依据：Dockerfile；docker-compose.yml；cmd/agent/main.go；internal/instance。内容以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这是解释性流程示例，不是宣称真实检出了某个缺陷。以 GVS stream 模块的新提交为例，版本去重后取得 diff，归并到视频流模块。该包选择五个全局角色，加 performance 和 dataflow，共七个角色，前提是都启用且预算允许。只有模型返回且校验/确认保留的候选才进入报告。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实现依据：internal/packager/packager.go；internal/coordinator/coordinator.go；internal/notifier/notifier.go。内容以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各类使用者。研发关注证据和建议，测试关注范围和失败，负责人关注配置范围和投入。现有工程约束可以减少特定风险，但不能承诺消除模型误报与漏报。知识跨仓库身份校验仍有失败测试，因此知识路径应按仓库独立配置，不能把当前实现描述为任意仓库知识隔离已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实现依据：internal/notifier/notifier.go；internal/review/service.go。内容以 2026-10-13 当前工作区实现为准，描述功能与条件，不承诺模型检出率或线上验收结果。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696ad9f424e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3ca08ea664f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01ebe7a834e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b48ec473d48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71e763c8042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d484fa1e14b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6B481-3322-47E8-9797-D5BE796EF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72326F-6AFD-4090-8A3F-9D0B1444AC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D65E94-36F9-43EB-93E8-51220D0632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85D068-B315-4F4E-B125-8E4099C6B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2750EB-D3FD-49AC-950D-A63EA2978F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1F2A9F-FC2C-4201-8EC4-8045269C9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F7A125-DBA8-4E88-B89D-C09DC3456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6D5E84-4E32-4666-BA95-EE41182084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8B002D-2A9D-4833-84DE-8BE1CB11F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C618D6-D7BD-4D3D-AF8C-90869D7F3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d694e5cca34d06" /><Relationship Type="http://schemas.openxmlformats.org/officeDocument/2006/relationships/slideLayout" Target="/ppt/slideLayouts/slideLayout1.xml" Id="Rf2771439d4e34559" /><Relationship Type="http://schemas.openxmlformats.org/officeDocument/2006/relationships/slideLayout" Target="/ppt/slideLayouts/slideLayout2.xml" Id="R797bd19e0e124d0a" /><Relationship Type="http://schemas.openxmlformats.org/officeDocument/2006/relationships/slideLayout" Target="/ppt/slideLayouts/slideLayout3.xml" Id="R35c7543e46604002" /><Relationship Type="http://schemas.openxmlformats.org/officeDocument/2006/relationships/slideLayout" Target="/ppt/slideLayouts/slideLayout4.xml" Id="Rddeea1a055574d34" /><Relationship Type="http://schemas.openxmlformats.org/officeDocument/2006/relationships/slideLayout" Target="/ppt/slideLayouts/slideLayout5.xml" Id="R049cc59457a246ed" /><Relationship Type="http://schemas.openxmlformats.org/officeDocument/2006/relationships/slideLayout" Target="/ppt/slideLayouts/slideLayout6.xml" Id="Redccb1ff6f8f4f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771439d4e34559"/>
    <p:sldLayoutId xmlns:r="http://schemas.openxmlformats.org/officeDocument/2006/relationships" id="2147483650" r:id="R797bd19e0e124d0a"/>
    <p:sldLayoutId xmlns:r="http://schemas.openxmlformats.org/officeDocument/2006/relationships" id="2147483651" r:id="R35c7543e46604002"/>
    <p:sldLayoutId xmlns:r="http://schemas.openxmlformats.org/officeDocument/2006/relationships" id="2147483652" r:id="Rddeea1a055574d34"/>
    <p:sldLayoutId xmlns:r="http://schemas.openxmlformats.org/officeDocument/2006/relationships" id="2147483653" r:id="R049cc59457a246ed"/>
    <p:sldLayoutId xmlns:r="http://schemas.openxmlformats.org/officeDocument/2006/relationships" id="2147483654" r:id="Redccb1ff6f8f4f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d8ed5b10346ee" /><Relationship Type="http://schemas.openxmlformats.org/officeDocument/2006/relationships/notesSlide" Target="/ppt/notesSlides/notesSlide1.xml" Id="Rba97aaffeea2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aca7bd53540a0" /><Relationship Type="http://schemas.openxmlformats.org/officeDocument/2006/relationships/notesSlide" Target="/ppt/notesSlides/notesSlide2.xml" Id="Rd54434c579bd4a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a70bac7614fe0" /><Relationship Type="http://schemas.openxmlformats.org/officeDocument/2006/relationships/notesSlide" Target="/ppt/notesSlides/notesSlide3.xml" Id="Rfbb45413a88c47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2c799eef14ff6" /><Relationship Type="http://schemas.openxmlformats.org/officeDocument/2006/relationships/notesSlide" Target="/ppt/notesSlides/notesSlide4.xml" Id="R5f850ccbfeae4d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f69b468b14261" /><Relationship Type="http://schemas.openxmlformats.org/officeDocument/2006/relationships/notesSlide" Target="/ppt/notesSlides/notesSlide5.xml" Id="Rbdf53926e8c847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fe9e45f4441de" /><Relationship Type="http://schemas.openxmlformats.org/officeDocument/2006/relationships/notesSlide" Target="/ppt/notesSlides/notesSlide6.xml" Id="Re9a1518b7d8548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6a3a940604436" /><Relationship Type="http://schemas.openxmlformats.org/officeDocument/2006/relationships/notesSlide" Target="/ppt/notesSlides/notesSlide7.xml" Id="Rb2cc844455a843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c33ceda4b433d" /><Relationship Type="http://schemas.openxmlformats.org/officeDocument/2006/relationships/notesSlide" Target="/ppt/notesSlides/notesSlide8.xml" Id="Rd6a36dbbdb9848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e7064513e4a89" /><Relationship Type="http://schemas.openxmlformats.org/officeDocument/2006/relationships/notesSlide" Target="/ppt/notesSlides/notesSlide9.xml" Id="R2ad35d11dca343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2d91e493344ed" /><Relationship Type="http://schemas.openxmlformats.org/officeDocument/2006/relationships/notesSlide" Target="/ppt/notesSlides/notesSlide10.xml" Id="R015eb2771ad34c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12cd2f5e14279" /><Relationship Type="http://schemas.openxmlformats.org/officeDocument/2006/relationships/notesSlide" Target="/ppt/notesSlides/notesSlide11.xml" Id="R83a1cd6e0dea41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7d32892fd4cbe" /><Relationship Type="http://schemas.openxmlformats.org/officeDocument/2006/relationships/notesSlide" Target="/ppt/notesSlides/notesSlide12.xml" Id="Rb7260174c84e4b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1a3273059e49a7" /><Relationship Type="http://schemas.openxmlformats.org/officeDocument/2006/relationships/notesSlide" Target="/ppt/notesSlides/notesSlide13.xml" Id="R7368190529e945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2609abfa347e1" /><Relationship Type="http://schemas.openxmlformats.org/officeDocument/2006/relationships/notesSlide" Target="/ppt/notesSlides/notesSlide14.xml" Id="R7698966b7cd249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4167d9f0a40da" /><Relationship Type="http://schemas.openxmlformats.org/officeDocument/2006/relationships/notesSlide" Target="/ppt/notesSlides/notesSlide15.xml" Id="Rcaf7c06a37f845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7a58d66ff4f86" /><Relationship Type="http://schemas.openxmlformats.org/officeDocument/2006/relationships/notesSlide" Target="/ppt/notesSlides/notesSlide16.xml" Id="R27982591b4be44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9e78e12f54310" /><Relationship Type="http://schemas.openxmlformats.org/officeDocument/2006/relationships/notesSlide" Target="/ppt/notesSlides/notesSlide17.xml" Id="Rc1c725d4cae948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eca01978340d9" /><Relationship Type="http://schemas.openxmlformats.org/officeDocument/2006/relationships/notesSlide" Target="/ppt/notesSlides/notesSlide18.xml" Id="R95f4b01598ce48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b7dbe2c2e4c20" /><Relationship Type="http://schemas.openxmlformats.org/officeDocument/2006/relationships/notesSlide" Target="/ppt/notesSlides/notesSlide19.xml" Id="Raa8c9afe09994c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ba01ef09a84b3f" /><Relationship Type="http://schemas.openxmlformats.org/officeDocument/2006/relationships/notesSlide" Target="/ppt/notesSlides/notesSlide20.xml" Id="R85efd07c204c47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2301364ce4416" /><Relationship Type="http://schemas.openxmlformats.org/officeDocument/2006/relationships/notesSlide" Target="/ppt/notesSlides/notesSlide21.xml" Id="Re19a70a96bc24c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80d2630494e1e" /><Relationship Type="http://schemas.openxmlformats.org/officeDocument/2006/relationships/notesSlide" Target="/ppt/notesSlides/notesSlide22.xml" Id="R97e3563d96bc4d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BDE98C7-1A60-4132-8F25-DF713835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代码审查项目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D303033-7F80-44A3-AE33-EB5C526B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93D2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93D2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93D2CE"/>
                </a:solidFill>
                <a:latin typeface="Microsoft YaHei"/>
                <a:ea typeface="Microsoft YaHei"/>
                <a:cs typeface="Microsoft YaHei"/>
              </a:rPr>
              <a:t>现有架构与实现方案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31A0EB-0742-4014-ADB3-02B03F8F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AI_IR_REPLAY / gvs-pr-agent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4D7367-600B-40A0-948F-4074CD6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研发、测试与负责人团队宣讲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3422E7-4F5F-4044-8012-84A02365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内部研发交流  2026-10-13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70F63B-6FA7-4190-B241-0A81F4E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1279073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614074-26CF-423F-8557-80BAAE37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项目定位与输出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E334BF-9A54-4540-B862-2C0686AF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围绕代码变更生成可核验的问题线索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ABE57F3-37F5-4E89-B277-A9DF799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审查对象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639EB0-2683-49D2-B20B-E9E94CF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GitHub PR、Codeup 分支/MR，以及本地 patch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598100-46B7-4B57-ADD5-54D811FC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问题线索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E70E1B-26A4-4941-8C67-90D7B2C4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严重度、文件与行号、问题说明、修复建议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74EDD3-7953-465B-B2BA-0F04207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执行信息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37BF8F-2F85-4F7D-BA13-C1B68DF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成功与失败作业、角色覆盖、截断与未确认候选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89BE11-F3EC-43E2-9D98-E1398A15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团队使用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A428E4-CC8A-4BEC-BF65-C1D3DD71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研发复核修复，测试验证风险，负责人了解运行范围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B32505B-9366-4ED3-A1EE-A06ACF5B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1997720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DF0684-2C33-4105-8470-E5E6D16A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整体解决方案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5439C27-F128-4009-B9F5-AE5C3A29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模型判断与工程约束共同组成审查服务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6BA4934-90B4-4FCA-A2C4-269F9D86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输入与上下文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B589C8-B3CC-47EB-AFB0-A5009E76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版本化 diff、规则、可选的代码知识与变更意图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07DDEB-416B-4EDC-BD2D-36767438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专业判断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F0BEB8-5927-414E-B3E1-AF85884C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按文件包与专业角色发起模型审查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7019F5-09E2-4CEC-BC34-D139054D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工程约束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490641-D602-49BD-8B2F-86D87B63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过滤、定位、去重、确认协议及轮次预算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5A18AB-8252-477C-8B39-E7D31032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结果与状态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DEAAAB-99E1-4ADB-9196-69CA2F22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生成统一报告，按开关发布并记录审查基线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1DEE2E-C457-4D76-8303-C9D58F3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03 / 22</a:t>
            </a:r>
          </a:p>
        </p:txBody>
      </p:sp>
    </p:spTree>
    <p:extLst>
      <p:ext uri="{BB962C8B-B14F-4D97-AF65-F5344CB8AC3E}">
        <p14:creationId xmlns:p14="http://schemas.microsoft.com/office/powerpoint/2010/main" val="1761213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76B64-D50C-4030-B393-6C084A627F4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15050" y="4324350"/>
            <a:ext cx="2219325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6E73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20EC0-9407-4D2A-BA72-51EFD95EDE46}"/>
              </a:ext>
            </a:extLst>
          </p:cNvPr>
          <p:cNvCxnSpPr>
            <a:stCxn xmlns:a="http://schemas.openxmlformats.org/drawingml/2006/main" id="7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876675" y="4324350"/>
            <a:ext cx="2238375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6E73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32E8B-C7A0-40A4-A189-CF32EB853F3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972425" y="38290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73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A6904-D0D5-44F5-8627-D1548303500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62350" y="38290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7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A40FF-1887-48B2-B675-02F6282B26D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905125"/>
            <a:ext cx="19050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6E73"/>
            </a:solidFill>
            <a:tailEnd type="arrow" w="med" len="med"/>
          </a:ln>
        </p:spPr>
      </p:cxn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80E349B-8673-4E22-B830-9346D1DE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BFF48CC-30D8-4CA2-841B-1225BF0E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审查服务连接仓库、模型和本地状态</a:t>
            </a:r>
          </a:p>
        </p:txBody>
      </p:sp>
      <p:sp>
        <p:nvSpPr>
          <p:cNvPr id="3" name="定时 / 手动 / 本地 patch">
            <a:extLst xmlns:a="http://schemas.openxmlformats.org/drawingml/2006/main">
              <a:ext uri="{FF2B5EF4-FFF2-40B4-BE49-F238E27FC236}">
                <a16:creationId xmlns:a16="http://schemas.microsoft.com/office/drawing/2014/main" id="{8EEC98F8-83DF-4503-935A-D0EB96DB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07823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11430">
            <a:solidFill>
              <a:srgbClr val="006E7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定时 / 手动 / 本地 patch</a:t>
            </a:r>
          </a:p>
        </p:txBody>
      </p:sp>
      <p:sp>
        <p:nvSpPr>
          <p:cNvPr id="4" name="review.Service&#10;审查流程编排">
            <a:extLst xmlns:a="http://schemas.openxmlformats.org/drawingml/2006/main">
              <a:ext uri="{FF2B5EF4-FFF2-40B4-BE49-F238E27FC236}">
                <a16:creationId xmlns:a16="http://schemas.microsoft.com/office/drawing/2014/main" id="{33178624-32E2-44B4-A591-669662F4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11430">
            <a:solidFill>
              <a:srgbClr val="006E7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review.Service</a:t>
            </a:r>
          </a:p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审查流程编排</a:t>
            </a:r>
          </a:p>
        </p:txBody>
      </p:sp>
      <p:sp>
        <p:nvSpPr>
          <p:cNvPr id="5" name="GitHub / Codeup&#10;变更与评论接口">
            <a:extLst xmlns:a="http://schemas.openxmlformats.org/drawingml/2006/main">
              <a:ext uri="{FF2B5EF4-FFF2-40B4-BE49-F238E27FC236}">
                <a16:creationId xmlns:a16="http://schemas.microsoft.com/office/drawing/2014/main" id="{250C35C5-30BC-43F3-B4FF-A3631EAE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11430">
            <a:solidFill>
              <a:srgbClr val="006E7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GitHub / Codeup</a:t>
            </a:r>
          </a:p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变更与评论接口</a:t>
            </a:r>
          </a:p>
        </p:txBody>
      </p:sp>
      <p:sp>
        <p:nvSpPr>
          <p:cNvPr id="6" name="LLM Client&#10;模型审查与重试">
            <a:extLst xmlns:a="http://schemas.openxmlformats.org/drawingml/2006/main">
              <a:ext uri="{FF2B5EF4-FFF2-40B4-BE49-F238E27FC236}">
                <a16:creationId xmlns:a16="http://schemas.microsoft.com/office/drawing/2014/main" id="{83F72072-BC42-4DDB-9E47-3F432D59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838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11430">
            <a:solidFill>
              <a:srgbClr val="006E7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LLM Client</a:t>
            </a:r>
          </a:p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模型审查与重试</a:t>
            </a:r>
          </a:p>
        </p:txBody>
      </p:sp>
      <p:sp>
        <p:nvSpPr>
          <p:cNvPr id="7" name="规则 / 版本知识">
            <a:extLst xmlns:a="http://schemas.openxmlformats.org/drawingml/2006/main">
              <a:ext uri="{FF2B5EF4-FFF2-40B4-BE49-F238E27FC236}">
                <a16:creationId xmlns:a16="http://schemas.microsoft.com/office/drawing/2014/main" id="{ECEE8310-75D0-41EF-9EB6-8CB0E1DD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33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11430">
            <a:solidFill>
              <a:srgbClr val="006E7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规则 / 版本知识</a:t>
            </a:r>
          </a:p>
        </p:txBody>
      </p:sp>
      <p:sp>
        <p:nvSpPr>
          <p:cNvPr id="8" name="统一报告 / SHA 状态">
            <a:extLst xmlns:a="http://schemas.openxmlformats.org/drawingml/2006/main">
              <a:ext uri="{FF2B5EF4-FFF2-40B4-BE49-F238E27FC236}">
                <a16:creationId xmlns:a16="http://schemas.microsoft.com/office/drawing/2014/main" id="{EFA25875-862B-4519-BF89-B2FAB1A2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11430">
            <a:solidFill>
              <a:srgbClr val="006E7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统一报告 / SHA 状态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BF9311E-205F-468F-B65E-80D88237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04 / 22</a:t>
            </a:r>
          </a:p>
        </p:txBody>
      </p:sp>
    </p:spTree>
    <p:extLst>
      <p:ext uri="{BB962C8B-B14F-4D97-AF65-F5344CB8AC3E}">
        <p14:creationId xmlns:p14="http://schemas.microsoft.com/office/powerpoint/2010/main" val="648035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B4066A-3FBA-4200-B5ED-C0628EC9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代码实现路径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CA00AB4-C987-4583-893D-075F7CC0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入口组装依赖，Service 组织业务流程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7184D-88D1-42F3-9432-5FB3C58EE338}"/>
              </a:ext>
            </a:extLst>
          </p:cNvPr>
          <p:cNvGraphicFramePr/>
          <p:nvPr/>
        </p:nvGraphicFramePr>
        <p:xfrm>
          <a:off xmlns:a="http://schemas.openxmlformats.org/drawingml/2006/main" x="704850" y="236220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257675"/>
                <a:gridCol w="45720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实现入口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cmd/agent/main.go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配置校验、实例锁、模式选择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业务编排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review.NewService / RunOnce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连接平台，发现与审查变更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审查执行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reviewDiff / Coordinator.Run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分包分角色、并发、校验、确认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notifier / state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生成评论正文与维护基线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8AA3DF-E87C-449F-9D80-A6736F51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05 / 22</a:t>
            </a:r>
          </a:p>
        </p:txBody>
      </p:sp>
    </p:spTree>
    <p:extLst>
      <p:ext uri="{BB962C8B-B14F-4D97-AF65-F5344CB8AC3E}">
        <p14:creationId xmlns:p14="http://schemas.microsoft.com/office/powerpoint/2010/main" val="2092419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8ECA43-8758-4FFF-8D21-17C92251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审查入口与运行模式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1B4203-B3F6-46B7-BACC-7248D96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不同来源共用核心审查流程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9FFBB-3DDA-45E2-A017-B7AF61D26697}"/>
              </a:ext>
            </a:extLst>
          </p:cNvPr>
          <p:cNvGraphicFramePr/>
          <p:nvPr/>
        </p:nvGraphicFramePr>
        <p:xfrm>
          <a:off xmlns:a="http://schemas.openxmlformats.org/drawingml/2006/main" x="704850" y="2333625"/>
          <a:ext xmlns:a="http://schemas.openxmlformats.org/drawingml/2006/main" cx="107823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810125"/>
                <a:gridCol w="3448050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PR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 PR 的 diff 与元信息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 全局评论或日志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Codeup 分支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本地基线至 HEAD 的增量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commit 全局评论或日志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Codeup MR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 MR 的版本与 diff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 全局评论或日志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patch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-diff 指定的 patch 文件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 Markdown 报告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5BEE1B-1A38-46C6-B1E8-4F459F51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423612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338CEE-28CF-4812-AB04-17D14592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完整审查流转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66E11A-80A6-4761-AE9C-4516FA30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变更发现后逐阶段形成报告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744A5F2-2BED-497E-98BE-5ECCF364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01 发现与范围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461298-9BD4-4504-A6BD-0A9E94A6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版本去重，解析 diff，应用分支和路径过滤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FD4C42-EB3F-4B8C-A913-EA04B161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02 上下文准备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001D89-A252-48AD-8C97-339700D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检查文件数量，按模块打包，可选知识同步与意图分析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88928B-CDB2-4BFC-8587-A6BEB89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03 审查与校验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6D9637-4FF4-4E9F-BC02-FEBF49CE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按角色执行，定位、过滤和去重，可选统筹确认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D50BCC-1EA9-49EF-8D99-E57FC5B5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04 输出与记录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DECDBA-F2F8-411D-A25E-4B11B3A0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检查失败和预算，生成报告，按发布开关处理状态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8F61AA5-95E6-4345-975A-FDC28D1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07 / 22</a:t>
            </a:r>
          </a:p>
        </p:txBody>
      </p:sp>
    </p:spTree>
    <p:extLst>
      <p:ext uri="{BB962C8B-B14F-4D97-AF65-F5344CB8AC3E}">
        <p14:creationId xmlns:p14="http://schemas.microsoft.com/office/powerpoint/2010/main" val="771816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306C6E-55E7-4665-A9F9-E6722062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变更发现与重复审查控制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49AEA4C-3A77-4AA6-AF2F-F3FA83D5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使用版本标识决定是否再次处理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7634F-F16C-4CE4-8AFE-A7EC95B6BB72}"/>
              </a:ext>
            </a:extLst>
          </p:cNvPr>
          <p:cNvGraphicFramePr/>
          <p:nvPr/>
        </p:nvGraphicFramePr>
        <p:xfrm>
          <a:off xmlns:a="http://schemas.openxmlformats.org/drawingml/2006/main" x="704850" y="2362200"/>
          <a:ext xmlns:a="http://schemas.openxmlformats.org/drawingml/2006/main" cx="107823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619500"/>
                <a:gridCol w="4810125"/>
              </a:tblGrid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已有处理机制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具体行为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PR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评论中的 SHA 标记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同版本已审则跳过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Codeup 分支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本地分支基线 SHA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仅比较基线至新 HEAD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Codeup MR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 版本标识与本地状态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新版本进入审查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开发中 / 冲突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WIP、冲突及分支过滤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暂不进入模型审查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5CD580-1AC5-4989-8B18-B94A807D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08 / 22</a:t>
            </a:r>
          </a:p>
        </p:txBody>
      </p:sp>
    </p:spTree>
    <p:extLst>
      <p:ext uri="{BB962C8B-B14F-4D97-AF65-F5344CB8AC3E}">
        <p14:creationId xmlns:p14="http://schemas.microsoft.com/office/powerpoint/2010/main" val="534081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6CA842-E1CA-4003-AB95-878DB06F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审查范围与文件打包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E88D5AE-3629-4301-BD01-95C5A5CA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通过确定性规则控制每个模型任务的输入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BCBEF0-5A3A-4E58-8A88-0CE95442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文件筛选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C96EB7-9BD7-4D6C-B7F8-089B5E5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include / exclude 路径规则，剔除二进制与删除文件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97248A-3BF5-45DA-9F0D-2AEFB94B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数量检查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0299B05-A02C-4AE6-B11B-02DB6718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超过 max_files_per_review 时返回错误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6C2376-FB8B-4218-BD68-5375BCE5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上下文打包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B6708F-F168-40E4-A565-87001B5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按模块或顶层目录归并，再按包大小拆分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41BE81-1BD0-4A26-B613-F34E784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文本控制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AB5801-53AB-4F6E-B94F-B359910C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单包 diff 受长度预算约束，报告披露截断情况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D6BD73C-C64F-4CDF-A6FE-60E0264F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09 / 22</a:t>
            </a:r>
          </a:p>
        </p:txBody>
      </p:sp>
    </p:spTree>
    <p:extLst>
      <p:ext uri="{BB962C8B-B14F-4D97-AF65-F5344CB8AC3E}">
        <p14:creationId xmlns:p14="http://schemas.microsoft.com/office/powerpoint/2010/main" val="515670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08A76A3-AABF-4C97-814D-8E5147F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11 个专业审查角色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D148A3-CA21-42D8-AF9B-D73BC04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角色共享执行流程，各自读取专项规则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7BABD-94F6-4C17-B389-24E8343EDD11}"/>
              </a:ext>
            </a:extLst>
          </p:cNvPr>
          <p:cNvGraphicFramePr/>
          <p:nvPr/>
        </p:nvGraphicFramePr>
        <p:xfrm>
          <a:off xmlns:a="http://schemas.openxmlformats.org/drawingml/2006/main" x="704850" y="2362200"/>
          <a:ext xmlns:a="http://schemas.openxmlformats.org/drawingml/2006/main" cx="10782300" cy="3019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91150"/>
                <a:gridCol w="5391150"/>
              </a:tblGrid>
              <a:tr h="10064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全局参与角色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按路径追加角色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security 安全</a:t>
                      </a:r>
                    </a:p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 架构</a:t>
                      </a:r>
                    </a:p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规范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performance 性能</a:t>
                      </a:r>
                    </a:p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 测试</a:t>
                      </a:r>
                    </a:p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算法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concurrency 并发</a:t>
                      </a:r>
                    </a:p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 资源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 交互/API</a:t>
                      </a:r>
                    </a:p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ai_tool AI 工具</a:t>
                      </a:r>
                    </a:p>
                    <a:p>
                      <a:r>
                        <a:rPr sz="2100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dataflow 数据流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7D5FC6-B610-4BF1-835A-81910A29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实际作业数由审查包、角色开关、路径分配和重试共同决定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DF082F-A125-4424-AFC6-43F03B36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8307582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E8DA110-7C91-41B9-BE7A-68BA7B40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规则选择与热更新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3EB65C7-B076-45B5-85DA-25F8B55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规则来源按优先级选择，任务内组合适用规则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36A76D0-EF2E-46E3-B706-707B9776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来源优先级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5F967A-DC7B-4FA2-BFCC-E199071B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CLI -rule、项目文件、全局文件、内嵌默认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89DAC4-57BF-4F62-BE88-D9432096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角色输入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5515F9-D367-48C1-A00D-9A60FDB8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全局规则 + 本角色专项规则 + 命中的路径规则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6A6548-040B-4D39-B3E3-7AB9A88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更新机制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4CB62D-8E48-4792-9CBA-D152A0C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轮询生效文件的修改时间，变化后重新加载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DF3FE87-0E1B-42A6-A979-7BAEB5E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专项接入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E6AFDA-3E58-4247-9E69-32E73967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并发、资源、数据流规则直接交给对应独立角色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3D5A0D-92AF-4E05-90FA-8771008B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4596002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08A524A-2321-4FA7-92A7-8DDBC4D4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版本化代码理解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726064B-DF7E-4796-B458-E7C049A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来源 SHA 决定复用还是更新本地知识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067467B-4A8A-4BBB-810F-934901D5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版本记录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FDF7687-08C7-47C1-9FD5-84F0E262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本地 Markdown 保存来源仓库标识与 SOURCE-SHA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809C8C-D2C5-40E1-9DCA-00F8E5ED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已有知识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AE9129-A89E-4433-A2C2-AFA3DC0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同 SHA 复用，SHA 变化时获取增量并更新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315C5B-E823-40F0-8930-D33ABF8D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首次初始化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ADDAEC-69A0-4D64-B7F2-5D3DAED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读取对应版本的源码快照作为理解依据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666D6E-35D6-4F07-AF70-356C019A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失败处理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75E632-5137-4D3F-90EF-1D84ADCA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strict 模式阻断，非 strict 披露降级与旧知识版本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26B2CBF-2DE8-4480-B8A7-79024788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9180056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141582-CCCC-4792-A8F1-E306BAD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每次变更的意图分析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3F41F8-B111-4B44-B8FC-CF70CBA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将本次 diff 与项目知识组合成共享上下文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5565691-7B88-4FAF-9D39-B014DA2D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09D414-D329-4F82-A6B5-158B463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仓库与变更说明、本次 diff、可选的版本化知识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127012-8049-4742-9122-9A79583A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分析产物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385405-1B3E-42F1-B659-F1D77C47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变更摘要、变更意图及行为约束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15B1CC-8B3D-4A48-B553-A61C3E13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角色共享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276954-F41D-43F6-B023-E9A7BCB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ChangeContext 注入各专业任务的用户提示词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5BDB3AE-44CE-4D39-92AB-C44C496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执行条件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0C43DE-82D0-4441-A199-556E16E0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随理解模块开启，分析失败时停止本次结果输出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07F9E4-89C7-440A-B592-5BE0F32C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4671974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EADA52-8952-48DA-8934-AACA6BB3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角色执行与模型调用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9357E40-6D07-4FAA-A64C-0898467D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按优先级分批，限制同时运行的审查作业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ADDB600-3DB6-409D-838F-6D85A449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调度单元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5ED2F6-2161-4AB7-80F5-878E760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审查包 × 实际分配且已启用的角色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67FEAD-F619-401C-860A-3453BBA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执行顺序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284DA0-BF52-4872-A1B7-6C3E8E7F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priority 分批，每批受 max_agent_concurrency 限制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C97914-19DA-48ED-888D-AFD7AE0B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模型输入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4EE16E-A0D7-4C44-B569-9E8E7070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专业 focus、适用规则、变更上下文和单包 diff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40FF78-9370-4291-ADCD-3BEF9FF3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异常恢复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8FE4C1-38BE-4BFC-A3CD-F8A28B68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HTTP 退避重试，专业角色 JSON 解析失败再尝试一次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B2BF6A-2DF9-4712-BBA5-529E13A3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6474484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662F10-DE4F-4F59-A5BC-4035AF98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候选问题的工程校验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7CCB9FD-D982-44FD-9CE9-64A10AE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位置约束与启发式检查减少无依据输出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BBDA7-9DC7-4532-A9DD-C7FA229A3082}"/>
              </a:ext>
            </a:extLst>
          </p:cNvPr>
          <p:cNvGraphicFramePr/>
          <p:nvPr/>
        </p:nvGraphicFramePr>
        <p:xfrm>
          <a:off xmlns:a="http://schemas.openxmlformats.org/drawingml/2006/main" x="704850" y="2362200"/>
          <a:ext xmlns:a="http://schemas.openxmlformats.org/drawingml/2006/main" cx="107823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048125"/>
                <a:gridCol w="335280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可能出现的问题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现有处理机制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处理边界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文件或行号不准确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 diff 文件与 hunk 行号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无法定位可降为文件级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引用依据不足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核对反引号引用是否在 diff 中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启发式检查，需人工复核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建议代码语法错误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Go 建议片段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不具备 C++ 语法校验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多个角色重复发现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合并同位置的相似问题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相似度规则可能影响结果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EB64FD9-ADD6-4EC5-92CB-2DCE9E25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11920383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9C1ABA-DF2C-447F-A10B-D8E891B2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统筹确认与候选身份约束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965A960-6D98-45AE-8655-15549405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确认模型只对已有候选做决定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5C0F73A-CFE4-49D9-851F-A957A43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输入证据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C6500C-1F0D-4F29-97BF-249EDCD7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候选 ID、原始问题、对应 diff 文件及变更意图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141DAE-67C6-4BF1-9300-1CE4371D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允许输出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C8F700-CA36-4B2E-80AD-48839E0F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按 candidate_id 确认或驳回，并给出依据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CC69600-5D51-42D0-B7C6-1BEA7E14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程序约束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B70CEC-EC16-49F7-9803-F97985C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拒绝未知或重复 ID，保留原问题、位置和建议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4C543D-7F19-4391-B455-EEE6573F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覆盖与复查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17E21F-10BA-48E8-87BE-A974CB27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候选/文本预算限制单独披露，确认后再做反思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F18A17-0CE2-46CC-ACBF-5F1301CA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967805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8F0544-FC3E-444F-AFF0-D0335C3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失败、降级与覆盖披露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B9BF6AB-501A-4081-80E9-2DA8772A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关键阶段失败时阻止正常发布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B8A91-A191-4D2C-A023-B9AE352B6E34}"/>
              </a:ext>
            </a:extLst>
          </p:cNvPr>
          <p:cNvGraphicFramePr/>
          <p:nvPr/>
        </p:nvGraphicFramePr>
        <p:xfrm>
          <a:off xmlns:a="http://schemas.openxmlformats.org/drawingml/2006/main" x="704850" y="2305050"/>
          <a:ext xmlns:a="http://schemas.openxmlformats.org/drawingml/2006/main" cx="107823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6448425"/>
              </a:tblGrid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问题情形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现有处理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文件超限 / 全部角色失败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返回错误，停止本次正常结果输出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变更分析 / 统筹确认失败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终止审查，避免发布未经完成流程的结果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部分角色失败 / 文本截断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报告披露作业、角色与文本覆盖缺口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知识更新失败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strict 阻断，非 strict 使用旧快照若有并披露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预算耗尽 / 轮次取消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取消未完成请求，阻止发布与正常基线推进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A3114F-3717-4E4F-A5F0-C498E85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2277617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D1DEDF-D187-43EF-82EB-A7CF9C12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报告发布与本地状态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1A45A9C-19AE-46FE-8E72-CE59E939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发布开关控制副作用，状态落盘处理失败回滚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B09DBC-1395-4947-A7DB-04A61CF5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报告内容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56026F-EE10-4B3C-9423-8CDAFB92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变更总结、验证总览、确认总览、问题与运行元数据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43FC01-FA7D-4F95-AF80-11190EE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发布控制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18BED5-3708-43D5-8BF7-33E31844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dry_run 与平台评论开关共同决定日志或评论输出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7A54DF-0717-499C-9F6C-8AE78541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状态提交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D2932F-E263-4792-AC85-9CC4225F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Codeup 基线写临时文件再替换，失败时回滚内存值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EA6B3E-FB22-436A-B724-C28B16B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dry-run 行为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CD5F32-2174-4AF1-8840-066C4750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仍可能产生模型费用、更新知识并推进 Codeup 基线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9C7AA49-8282-48C2-9BB1-138A13DC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7700725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3BCD4B-08AA-468B-9486-8A266F2F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调用预算与成本控制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F783197-5A24-4455-9354-D47749A4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同一轮模型操作和重试共用预算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F994D93-52B8-4185-9685-A13E119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限制维度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311EB9-DF66-4EF8-BAAF-BD086A5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最大请求次数、Token 预留、轮次超时、可选费用预算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7714AE-41DD-4920-9C9B-AD1C3D6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共享范围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40DA9C-1460-48D6-BAEB-DCD17B3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知识更新、意图分析、专业审查、确认及 HTTP 重试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89B321-D001-49E7-898C-D0855CFB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预留机制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15E120-1850-4277-9FF2-B768ACF7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发送前保守估算输入与输出，失败请求不退还预留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4D5ACD-BA5B-4C94-A3F5-9FF7630A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触顶处理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E925C9-D63F-478C-97A8-7E25731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取消轮次并阻止结果发布，费用限制需配置模型价格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4D5FA4-74C7-4424-A541-6E0B482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19168678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3D8B3B-2817-431C-9EC4-C80351E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部署与运行保护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5CC3D5-2127-4320-B75C-90B58AC0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单二进制与 Compose 支持受控运行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10B92-AD8D-4C94-B666-A83D7EC0E29A}"/>
              </a:ext>
            </a:extLst>
          </p:cNvPr>
          <p:cNvGraphicFramePr/>
          <p:nvPr/>
        </p:nvGraphicFramePr>
        <p:xfrm>
          <a:off xmlns:a="http://schemas.openxmlformats.org/drawingml/2006/main" x="704850" y="2362200"/>
          <a:ext xmlns:a="http://schemas.openxmlformats.org/drawingml/2006/main" cx="107823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91000"/>
                <a:gridCol w="3305175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运行问题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已有机制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T w="5715">
                      <a:solidFill>
                        <a:srgbClr val="C9DADA"/>
                      </a:solidFill>
                      <a:prstDash val="solid"/>
                    </a:lnT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重复轮次触发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调度器忙时跳过新触发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进程内执行互斥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共享文件并发写入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按状态/知识路径获取 OS 文件锁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同机同路径保护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未授权手动触发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Bearer Token 校验，默认回环监听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health 仅表示存活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E5EF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容器重启丢状态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9DADA"/>
                      </a:solidFill>
                      <a:prstDash val="solid"/>
                    </a:lnL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Compose 挂载 data / docs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外部模型仍会收到审查输入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9DADA"/>
                      </a:solidFill>
                      <a:prstDash val="solid"/>
                    </a:lnR>
                    <a:lnB w="5715">
                      <a:solidFill>
                        <a:srgbClr val="C9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A09E69-3BEA-4677-A390-A668D947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0082440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19C4399-9344-4D7B-9096-BB2B309B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一次视频流代码变更的流转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B32DE1-7B6E-474D-9B9A-84631DD8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示例说明已有流程的处理方式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8380FAA-363E-4C58-9555-F7C7C107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版本输入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014206-B692-4BDA-BB1C-F1971DB5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发现新 HEAD，读取当前基线至 HEAD 的 stream diff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5EC667-B7D3-4E6C-84E0-6CD7BB4F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角色分配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007CAE-0A26-495F-A69C-44FCEE06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五个全局角色，加性能与数据流，共七个角色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DF4F62C-C576-41D7-9F13-7376883E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问题处理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B3D68F-F7B9-49C2-99E6-685493A7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若产生候选，定位/反思后按开关进入统筹确认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53536DE-48BD-4F11-84A9-0D1E9088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最终输出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852368-E727-408B-8154-62FB25B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报告标明发现、执行覆盖和异常，按配置处理评论及基线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AAA39FE-3AFC-4472-A927-60B9337A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2055882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D821AC-A54E-48B1-A369-87D92F9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现有能力在团队中的使用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CB68D3-73DF-4E96-93DF-5AF5A0A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报告支持复核，运行信息帮助理解覆盖范围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B126B33-EA71-4744-94E2-89D3B8A4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研发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A46C72E-9AAD-432C-AB29-8EFD89F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依据 diff 核对问题与建议，修复后运行已有测试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6881A8-650E-4F24-8C86-34F686CB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6AED53-3208-4827-8757-4212BE3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读取角色失败、截断和未确认候选，再验证风险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1A8A6A-E08A-41B4-8229-3571673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3B9E5B-F672-4FF8-A40D-28E6E171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通过配置控制审查范围、发布开关与轮次预算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0D0C67-50BF-4651-A1F8-306706CD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48014A-7AC3-4DC9-9491-AF92EF3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800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模型结论需要复核，零问题不代表代码已经正确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78D9FE-D64E-4448-A71C-67C793A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612784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2026-10-13T07:40:47.7240000Z</dcterms:created>
  <dcterms:modified xsi:type="dcterms:W3CDTF">2026-10-13T07:40:47.7240000Z</dcterms:modified>
</coreProperties>
</file>